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3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415D06-4D4E-481A-B449-BA89737C3FB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0D420A4-9543-4291-9AAD-B3B26A143357}">
      <dgm:prSet/>
      <dgm:spPr/>
      <dgm:t>
        <a:bodyPr/>
        <a:lstStyle/>
        <a:p>
          <a:pPr>
            <a:defRPr cap="all"/>
          </a:pPr>
          <a:r>
            <a:rPr lang="en-US"/>
            <a:t>Angular (Frontend)</a:t>
          </a:r>
        </a:p>
      </dgm:t>
    </dgm:pt>
    <dgm:pt modelId="{D1EDF737-4C3B-44BB-94EF-0D5FF2DFE00D}" type="parTrans" cxnId="{BD056B70-674C-4E19-9ACC-1741AFE7F54E}">
      <dgm:prSet/>
      <dgm:spPr/>
      <dgm:t>
        <a:bodyPr/>
        <a:lstStyle/>
        <a:p>
          <a:endParaRPr lang="en-US"/>
        </a:p>
      </dgm:t>
    </dgm:pt>
    <dgm:pt modelId="{0E88C0FE-F52F-420F-9BF6-1DE3B85636B4}" type="sibTrans" cxnId="{BD056B70-674C-4E19-9ACC-1741AFE7F54E}">
      <dgm:prSet/>
      <dgm:spPr/>
      <dgm:t>
        <a:bodyPr/>
        <a:lstStyle/>
        <a:p>
          <a:endParaRPr lang="en-US"/>
        </a:p>
      </dgm:t>
    </dgm:pt>
    <dgm:pt modelId="{02E79E07-B6FE-4D92-8230-47F8BB107FE3}">
      <dgm:prSet/>
      <dgm:spPr/>
      <dgm:t>
        <a:bodyPr/>
        <a:lstStyle/>
        <a:p>
          <a:pPr>
            <a:defRPr cap="all"/>
          </a:pPr>
          <a:r>
            <a:rPr lang="en-US"/>
            <a:t>Spring Boot (Backend)</a:t>
          </a:r>
        </a:p>
      </dgm:t>
    </dgm:pt>
    <dgm:pt modelId="{59B3623F-1A76-4A2C-99EB-B9AF9FD74243}" type="parTrans" cxnId="{223B0A67-4CFF-4206-A6E1-073727C1FD56}">
      <dgm:prSet/>
      <dgm:spPr/>
      <dgm:t>
        <a:bodyPr/>
        <a:lstStyle/>
        <a:p>
          <a:endParaRPr lang="en-US"/>
        </a:p>
      </dgm:t>
    </dgm:pt>
    <dgm:pt modelId="{D817DBEA-0884-4E47-93DB-3A97F8787661}" type="sibTrans" cxnId="{223B0A67-4CFF-4206-A6E1-073727C1FD56}">
      <dgm:prSet/>
      <dgm:spPr/>
      <dgm:t>
        <a:bodyPr/>
        <a:lstStyle/>
        <a:p>
          <a:endParaRPr lang="en-US"/>
        </a:p>
      </dgm:t>
    </dgm:pt>
    <dgm:pt modelId="{AF8D41CC-883A-48A8-A380-67E86B3963CB}">
      <dgm:prSet/>
      <dgm:spPr/>
      <dgm:t>
        <a:bodyPr/>
        <a:lstStyle/>
        <a:p>
          <a:pPr>
            <a:defRPr cap="all"/>
          </a:pPr>
          <a:r>
            <a:rPr lang="en-US"/>
            <a:t>MySQL (Database)</a:t>
          </a:r>
        </a:p>
      </dgm:t>
    </dgm:pt>
    <dgm:pt modelId="{7795E399-7995-4D76-BB5C-86DA36C256AF}" type="parTrans" cxnId="{9070EB7D-B05C-496D-8CE8-246C0DD28292}">
      <dgm:prSet/>
      <dgm:spPr/>
      <dgm:t>
        <a:bodyPr/>
        <a:lstStyle/>
        <a:p>
          <a:endParaRPr lang="en-US"/>
        </a:p>
      </dgm:t>
    </dgm:pt>
    <dgm:pt modelId="{0F4FF409-B09B-431B-B10F-709F479B4CC4}" type="sibTrans" cxnId="{9070EB7D-B05C-496D-8CE8-246C0DD28292}">
      <dgm:prSet/>
      <dgm:spPr/>
      <dgm:t>
        <a:bodyPr/>
        <a:lstStyle/>
        <a:p>
          <a:endParaRPr lang="en-US"/>
        </a:p>
      </dgm:t>
    </dgm:pt>
    <dgm:pt modelId="{FF94CA44-BFA0-4654-99F0-4DCAADBA88F6}">
      <dgm:prSet/>
      <dgm:spPr/>
      <dgm:t>
        <a:bodyPr/>
        <a:lstStyle/>
        <a:p>
          <a:pPr>
            <a:defRPr cap="all"/>
          </a:pPr>
          <a:r>
            <a:rPr lang="en-US"/>
            <a:t>Bootstrap (UI Design)</a:t>
          </a:r>
        </a:p>
      </dgm:t>
    </dgm:pt>
    <dgm:pt modelId="{46401A30-42C3-4F25-9F30-8C36C97834F3}" type="parTrans" cxnId="{F76E8E05-DE41-43AD-82A3-BA2EA5D17748}">
      <dgm:prSet/>
      <dgm:spPr/>
      <dgm:t>
        <a:bodyPr/>
        <a:lstStyle/>
        <a:p>
          <a:endParaRPr lang="en-US"/>
        </a:p>
      </dgm:t>
    </dgm:pt>
    <dgm:pt modelId="{7DADACB5-D036-47D4-9FE8-5EE7C6775EB3}" type="sibTrans" cxnId="{F76E8E05-DE41-43AD-82A3-BA2EA5D17748}">
      <dgm:prSet/>
      <dgm:spPr/>
      <dgm:t>
        <a:bodyPr/>
        <a:lstStyle/>
        <a:p>
          <a:endParaRPr lang="en-US"/>
        </a:p>
      </dgm:t>
    </dgm:pt>
    <dgm:pt modelId="{09B7EFEE-8FEC-4A96-9FCD-5A0F9CA4D7D1}">
      <dgm:prSet/>
      <dgm:spPr/>
      <dgm:t>
        <a:bodyPr/>
        <a:lstStyle/>
        <a:p>
          <a:pPr>
            <a:defRPr cap="all"/>
          </a:pPr>
          <a:r>
            <a:rPr lang="en-US"/>
            <a:t>Docker &amp; Nginx (Deployment)</a:t>
          </a:r>
        </a:p>
      </dgm:t>
    </dgm:pt>
    <dgm:pt modelId="{1EEB3C4B-D2AE-49FA-8F41-5CC9F4830F96}" type="parTrans" cxnId="{4FBE8016-A2A7-4B4E-A2F1-20DA9EFA77AE}">
      <dgm:prSet/>
      <dgm:spPr/>
      <dgm:t>
        <a:bodyPr/>
        <a:lstStyle/>
        <a:p>
          <a:endParaRPr lang="en-US"/>
        </a:p>
      </dgm:t>
    </dgm:pt>
    <dgm:pt modelId="{E413122B-88C3-406B-8D86-4C14457F25A9}" type="sibTrans" cxnId="{4FBE8016-A2A7-4B4E-A2F1-20DA9EFA77AE}">
      <dgm:prSet/>
      <dgm:spPr/>
      <dgm:t>
        <a:bodyPr/>
        <a:lstStyle/>
        <a:p>
          <a:endParaRPr lang="en-US"/>
        </a:p>
      </dgm:t>
    </dgm:pt>
    <dgm:pt modelId="{66E02BE6-6A64-4421-A102-B8D19C4D7E17}">
      <dgm:prSet/>
      <dgm:spPr/>
      <dgm:t>
        <a:bodyPr/>
        <a:lstStyle/>
        <a:p>
          <a:pPr>
            <a:defRPr cap="all"/>
          </a:pPr>
          <a:r>
            <a:rPr lang="en-US"/>
            <a:t>OVH VPS + Ionos Domain</a:t>
          </a:r>
        </a:p>
      </dgm:t>
    </dgm:pt>
    <dgm:pt modelId="{E3C0A632-447E-4619-9B1F-80B0EF25864A}" type="parTrans" cxnId="{E06B8F6E-EAB5-4D92-B505-6BDBA23545F6}">
      <dgm:prSet/>
      <dgm:spPr/>
      <dgm:t>
        <a:bodyPr/>
        <a:lstStyle/>
        <a:p>
          <a:endParaRPr lang="en-US"/>
        </a:p>
      </dgm:t>
    </dgm:pt>
    <dgm:pt modelId="{9401BB38-3AB1-484E-9A32-34B6613EF5F3}" type="sibTrans" cxnId="{E06B8F6E-EAB5-4D92-B505-6BDBA23545F6}">
      <dgm:prSet/>
      <dgm:spPr/>
      <dgm:t>
        <a:bodyPr/>
        <a:lstStyle/>
        <a:p>
          <a:endParaRPr lang="en-US"/>
        </a:p>
      </dgm:t>
    </dgm:pt>
    <dgm:pt modelId="{C9E91B73-164B-4619-B73D-C0658171DA14}" type="pres">
      <dgm:prSet presAssocID="{F0415D06-4D4E-481A-B449-BA89737C3FBF}" presName="root" presStyleCnt="0">
        <dgm:presLayoutVars>
          <dgm:dir/>
          <dgm:resizeHandles val="exact"/>
        </dgm:presLayoutVars>
      </dgm:prSet>
      <dgm:spPr/>
    </dgm:pt>
    <dgm:pt modelId="{6A33449F-E3A7-41A5-987D-23D625D6D953}" type="pres">
      <dgm:prSet presAssocID="{20D420A4-9543-4291-9AAD-B3B26A143357}" presName="compNode" presStyleCnt="0"/>
      <dgm:spPr/>
    </dgm:pt>
    <dgm:pt modelId="{76A7994D-67D7-438B-993E-B96D27B38E42}" type="pres">
      <dgm:prSet presAssocID="{20D420A4-9543-4291-9AAD-B3B26A143357}" presName="iconBgRect" presStyleLbl="bgShp" presStyleIdx="0" presStyleCnt="6"/>
      <dgm:spPr/>
    </dgm:pt>
    <dgm:pt modelId="{95A8F3AF-AF5D-44FE-A5EC-DC585DE7B780}" type="pres">
      <dgm:prSet presAssocID="{20D420A4-9543-4291-9AAD-B3B26A14335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1179F9F2-74AB-4E92-B649-AE6ED255CF3B}" type="pres">
      <dgm:prSet presAssocID="{20D420A4-9543-4291-9AAD-B3B26A143357}" presName="spaceRect" presStyleCnt="0"/>
      <dgm:spPr/>
    </dgm:pt>
    <dgm:pt modelId="{F7C729C4-E461-43E5-A955-EA8C1C897195}" type="pres">
      <dgm:prSet presAssocID="{20D420A4-9543-4291-9AAD-B3B26A143357}" presName="textRect" presStyleLbl="revTx" presStyleIdx="0" presStyleCnt="6">
        <dgm:presLayoutVars>
          <dgm:chMax val="1"/>
          <dgm:chPref val="1"/>
        </dgm:presLayoutVars>
      </dgm:prSet>
      <dgm:spPr/>
    </dgm:pt>
    <dgm:pt modelId="{EF9F238C-F12E-4FB8-8E99-184CF577532C}" type="pres">
      <dgm:prSet presAssocID="{0E88C0FE-F52F-420F-9BF6-1DE3B85636B4}" presName="sibTrans" presStyleCnt="0"/>
      <dgm:spPr/>
    </dgm:pt>
    <dgm:pt modelId="{B28175D6-E85C-470B-8299-370DD1536BCC}" type="pres">
      <dgm:prSet presAssocID="{02E79E07-B6FE-4D92-8230-47F8BB107FE3}" presName="compNode" presStyleCnt="0"/>
      <dgm:spPr/>
    </dgm:pt>
    <dgm:pt modelId="{0A216266-480B-4243-8F5B-129FB62E9E70}" type="pres">
      <dgm:prSet presAssocID="{02E79E07-B6FE-4D92-8230-47F8BB107FE3}" presName="iconBgRect" presStyleLbl="bgShp" presStyleIdx="1" presStyleCnt="6"/>
      <dgm:spPr/>
    </dgm:pt>
    <dgm:pt modelId="{A241EA2D-687E-43D8-BD0B-BC8EC8ECF878}" type="pres">
      <dgm:prSet presAssocID="{02E79E07-B6FE-4D92-8230-47F8BB107F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8A15895A-2D71-4860-82D4-0D424B8BCD76}" type="pres">
      <dgm:prSet presAssocID="{02E79E07-B6FE-4D92-8230-47F8BB107FE3}" presName="spaceRect" presStyleCnt="0"/>
      <dgm:spPr/>
    </dgm:pt>
    <dgm:pt modelId="{2069CE0D-D1E6-4857-925C-7410C67CB08E}" type="pres">
      <dgm:prSet presAssocID="{02E79E07-B6FE-4D92-8230-47F8BB107FE3}" presName="textRect" presStyleLbl="revTx" presStyleIdx="1" presStyleCnt="6">
        <dgm:presLayoutVars>
          <dgm:chMax val="1"/>
          <dgm:chPref val="1"/>
        </dgm:presLayoutVars>
      </dgm:prSet>
      <dgm:spPr/>
    </dgm:pt>
    <dgm:pt modelId="{528C4A6C-51B1-4D2C-9D67-2F8221F2E55A}" type="pres">
      <dgm:prSet presAssocID="{D817DBEA-0884-4E47-93DB-3A97F8787661}" presName="sibTrans" presStyleCnt="0"/>
      <dgm:spPr/>
    </dgm:pt>
    <dgm:pt modelId="{7A5F3840-C5A4-4F3D-A820-792B59058FB0}" type="pres">
      <dgm:prSet presAssocID="{AF8D41CC-883A-48A8-A380-67E86B3963CB}" presName="compNode" presStyleCnt="0"/>
      <dgm:spPr/>
    </dgm:pt>
    <dgm:pt modelId="{6F39ECCD-2FB0-49CE-8781-D23AD505FD35}" type="pres">
      <dgm:prSet presAssocID="{AF8D41CC-883A-48A8-A380-67E86B3963CB}" presName="iconBgRect" presStyleLbl="bgShp" presStyleIdx="2" presStyleCnt="6"/>
      <dgm:spPr/>
    </dgm:pt>
    <dgm:pt modelId="{CD819765-9E1C-46DC-8349-0D5F6A213863}" type="pres">
      <dgm:prSet presAssocID="{AF8D41CC-883A-48A8-A380-67E86B3963C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359F8EC-A359-4314-A565-26364F037C7A}" type="pres">
      <dgm:prSet presAssocID="{AF8D41CC-883A-48A8-A380-67E86B3963CB}" presName="spaceRect" presStyleCnt="0"/>
      <dgm:spPr/>
    </dgm:pt>
    <dgm:pt modelId="{9EA77123-89C3-4FB9-B8A8-BBEEA4470889}" type="pres">
      <dgm:prSet presAssocID="{AF8D41CC-883A-48A8-A380-67E86B3963CB}" presName="textRect" presStyleLbl="revTx" presStyleIdx="2" presStyleCnt="6">
        <dgm:presLayoutVars>
          <dgm:chMax val="1"/>
          <dgm:chPref val="1"/>
        </dgm:presLayoutVars>
      </dgm:prSet>
      <dgm:spPr/>
    </dgm:pt>
    <dgm:pt modelId="{98C0F6C9-B34E-4BC8-8D3B-3D7A706C64B1}" type="pres">
      <dgm:prSet presAssocID="{0F4FF409-B09B-431B-B10F-709F479B4CC4}" presName="sibTrans" presStyleCnt="0"/>
      <dgm:spPr/>
    </dgm:pt>
    <dgm:pt modelId="{4A193EFE-BF47-4062-8EC1-6C8F58B36BEB}" type="pres">
      <dgm:prSet presAssocID="{FF94CA44-BFA0-4654-99F0-4DCAADBA88F6}" presName="compNode" presStyleCnt="0"/>
      <dgm:spPr/>
    </dgm:pt>
    <dgm:pt modelId="{CC087B86-E3DB-4BB3-B418-6D3BDFC8E4F0}" type="pres">
      <dgm:prSet presAssocID="{FF94CA44-BFA0-4654-99F0-4DCAADBA88F6}" presName="iconBgRect" presStyleLbl="bgShp" presStyleIdx="3" presStyleCnt="6"/>
      <dgm:spPr/>
    </dgm:pt>
    <dgm:pt modelId="{535A9A60-573C-4C6C-B2DF-CFA49846ED5F}" type="pres">
      <dgm:prSet presAssocID="{FF94CA44-BFA0-4654-99F0-4DCAADBA88F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7BCBBE9-BF3F-420C-BFCD-2D30C1E5DCCA}" type="pres">
      <dgm:prSet presAssocID="{FF94CA44-BFA0-4654-99F0-4DCAADBA88F6}" presName="spaceRect" presStyleCnt="0"/>
      <dgm:spPr/>
    </dgm:pt>
    <dgm:pt modelId="{ECB1D4BE-3E94-491B-BF7F-38BB5CD2A278}" type="pres">
      <dgm:prSet presAssocID="{FF94CA44-BFA0-4654-99F0-4DCAADBA88F6}" presName="textRect" presStyleLbl="revTx" presStyleIdx="3" presStyleCnt="6">
        <dgm:presLayoutVars>
          <dgm:chMax val="1"/>
          <dgm:chPref val="1"/>
        </dgm:presLayoutVars>
      </dgm:prSet>
      <dgm:spPr/>
    </dgm:pt>
    <dgm:pt modelId="{EF1F85F1-B9BE-49AC-A40C-2539AD98CE80}" type="pres">
      <dgm:prSet presAssocID="{7DADACB5-D036-47D4-9FE8-5EE7C6775EB3}" presName="sibTrans" presStyleCnt="0"/>
      <dgm:spPr/>
    </dgm:pt>
    <dgm:pt modelId="{44B44E82-5B45-4398-8975-14F77D29CDA6}" type="pres">
      <dgm:prSet presAssocID="{09B7EFEE-8FEC-4A96-9FCD-5A0F9CA4D7D1}" presName="compNode" presStyleCnt="0"/>
      <dgm:spPr/>
    </dgm:pt>
    <dgm:pt modelId="{0BB9BAFF-9902-4352-8A9C-BCC361DB767B}" type="pres">
      <dgm:prSet presAssocID="{09B7EFEE-8FEC-4A96-9FCD-5A0F9CA4D7D1}" presName="iconBgRect" presStyleLbl="bgShp" presStyleIdx="4" presStyleCnt="6"/>
      <dgm:spPr/>
    </dgm:pt>
    <dgm:pt modelId="{EC7A6217-B230-4D4E-8B4F-600029DDBAE0}" type="pres">
      <dgm:prSet presAssocID="{09B7EFEE-8FEC-4A96-9FCD-5A0F9CA4D7D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íris"/>
        </a:ext>
      </dgm:extLst>
    </dgm:pt>
    <dgm:pt modelId="{78CB63BA-354C-4766-9733-3679C7FD3963}" type="pres">
      <dgm:prSet presAssocID="{09B7EFEE-8FEC-4A96-9FCD-5A0F9CA4D7D1}" presName="spaceRect" presStyleCnt="0"/>
      <dgm:spPr/>
    </dgm:pt>
    <dgm:pt modelId="{24DEC3DA-7922-4C39-825A-EAB601ECDE61}" type="pres">
      <dgm:prSet presAssocID="{09B7EFEE-8FEC-4A96-9FCD-5A0F9CA4D7D1}" presName="textRect" presStyleLbl="revTx" presStyleIdx="4" presStyleCnt="6">
        <dgm:presLayoutVars>
          <dgm:chMax val="1"/>
          <dgm:chPref val="1"/>
        </dgm:presLayoutVars>
      </dgm:prSet>
      <dgm:spPr/>
    </dgm:pt>
    <dgm:pt modelId="{09977A69-CC0E-4D34-B932-EC9A94AE2938}" type="pres">
      <dgm:prSet presAssocID="{E413122B-88C3-406B-8D86-4C14457F25A9}" presName="sibTrans" presStyleCnt="0"/>
      <dgm:spPr/>
    </dgm:pt>
    <dgm:pt modelId="{EC90B736-F124-469A-AFD2-5E8242F653C7}" type="pres">
      <dgm:prSet presAssocID="{66E02BE6-6A64-4421-A102-B8D19C4D7E17}" presName="compNode" presStyleCnt="0"/>
      <dgm:spPr/>
    </dgm:pt>
    <dgm:pt modelId="{6C695F14-FB3B-4DC3-BF2F-F82100576A66}" type="pres">
      <dgm:prSet presAssocID="{66E02BE6-6A64-4421-A102-B8D19C4D7E17}" presName="iconBgRect" presStyleLbl="bgShp" presStyleIdx="5" presStyleCnt="6"/>
      <dgm:spPr/>
    </dgm:pt>
    <dgm:pt modelId="{A093A616-C178-42A0-9223-A8FBE47CF69D}" type="pres">
      <dgm:prSet presAssocID="{66E02BE6-6A64-4421-A102-B8D19C4D7E1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9E2474CD-AFBD-4E6A-B1F0-56FAEC4B7E08}" type="pres">
      <dgm:prSet presAssocID="{66E02BE6-6A64-4421-A102-B8D19C4D7E17}" presName="spaceRect" presStyleCnt="0"/>
      <dgm:spPr/>
    </dgm:pt>
    <dgm:pt modelId="{2A361626-5F8F-4FFE-87EE-744FCEA44E6E}" type="pres">
      <dgm:prSet presAssocID="{66E02BE6-6A64-4421-A102-B8D19C4D7E1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12EF801-7839-4C48-882B-B3D3F40285F2}" type="presOf" srcId="{02E79E07-B6FE-4D92-8230-47F8BB107FE3}" destId="{2069CE0D-D1E6-4857-925C-7410C67CB08E}" srcOrd="0" destOrd="0" presId="urn:microsoft.com/office/officeart/2018/5/layout/IconCircleLabelList"/>
    <dgm:cxn modelId="{F76E8E05-DE41-43AD-82A3-BA2EA5D17748}" srcId="{F0415D06-4D4E-481A-B449-BA89737C3FBF}" destId="{FF94CA44-BFA0-4654-99F0-4DCAADBA88F6}" srcOrd="3" destOrd="0" parTransId="{46401A30-42C3-4F25-9F30-8C36C97834F3}" sibTransId="{7DADACB5-D036-47D4-9FE8-5EE7C6775EB3}"/>
    <dgm:cxn modelId="{4FBE8016-A2A7-4B4E-A2F1-20DA9EFA77AE}" srcId="{F0415D06-4D4E-481A-B449-BA89737C3FBF}" destId="{09B7EFEE-8FEC-4A96-9FCD-5A0F9CA4D7D1}" srcOrd="4" destOrd="0" parTransId="{1EEB3C4B-D2AE-49FA-8F41-5CC9F4830F96}" sibTransId="{E413122B-88C3-406B-8D86-4C14457F25A9}"/>
    <dgm:cxn modelId="{223B0A67-4CFF-4206-A6E1-073727C1FD56}" srcId="{F0415D06-4D4E-481A-B449-BA89737C3FBF}" destId="{02E79E07-B6FE-4D92-8230-47F8BB107FE3}" srcOrd="1" destOrd="0" parTransId="{59B3623F-1A76-4A2C-99EB-B9AF9FD74243}" sibTransId="{D817DBEA-0884-4E47-93DB-3A97F8787661}"/>
    <dgm:cxn modelId="{E06B8F6E-EAB5-4D92-B505-6BDBA23545F6}" srcId="{F0415D06-4D4E-481A-B449-BA89737C3FBF}" destId="{66E02BE6-6A64-4421-A102-B8D19C4D7E17}" srcOrd="5" destOrd="0" parTransId="{E3C0A632-447E-4619-9B1F-80B0EF25864A}" sibTransId="{9401BB38-3AB1-484E-9A32-34B6613EF5F3}"/>
    <dgm:cxn modelId="{BD056B70-674C-4E19-9ACC-1741AFE7F54E}" srcId="{F0415D06-4D4E-481A-B449-BA89737C3FBF}" destId="{20D420A4-9543-4291-9AAD-B3B26A143357}" srcOrd="0" destOrd="0" parTransId="{D1EDF737-4C3B-44BB-94EF-0D5FF2DFE00D}" sibTransId="{0E88C0FE-F52F-420F-9BF6-1DE3B85636B4}"/>
    <dgm:cxn modelId="{71461954-FC97-4E5F-8CA2-D2FD526DDC1C}" type="presOf" srcId="{66E02BE6-6A64-4421-A102-B8D19C4D7E17}" destId="{2A361626-5F8F-4FFE-87EE-744FCEA44E6E}" srcOrd="0" destOrd="0" presId="urn:microsoft.com/office/officeart/2018/5/layout/IconCircleLabelList"/>
    <dgm:cxn modelId="{9070EB7D-B05C-496D-8CE8-246C0DD28292}" srcId="{F0415D06-4D4E-481A-B449-BA89737C3FBF}" destId="{AF8D41CC-883A-48A8-A380-67E86B3963CB}" srcOrd="2" destOrd="0" parTransId="{7795E399-7995-4D76-BB5C-86DA36C256AF}" sibTransId="{0F4FF409-B09B-431B-B10F-709F479B4CC4}"/>
    <dgm:cxn modelId="{DC7E0BA6-23D3-4EDE-9315-5D112027F923}" type="presOf" srcId="{FF94CA44-BFA0-4654-99F0-4DCAADBA88F6}" destId="{ECB1D4BE-3E94-491B-BF7F-38BB5CD2A278}" srcOrd="0" destOrd="0" presId="urn:microsoft.com/office/officeart/2018/5/layout/IconCircleLabelList"/>
    <dgm:cxn modelId="{A22CECB7-25C8-4335-B031-3D9D8E97EF1D}" type="presOf" srcId="{F0415D06-4D4E-481A-B449-BA89737C3FBF}" destId="{C9E91B73-164B-4619-B73D-C0658171DA14}" srcOrd="0" destOrd="0" presId="urn:microsoft.com/office/officeart/2018/5/layout/IconCircleLabelList"/>
    <dgm:cxn modelId="{C1419CDC-A7B8-4F66-848D-697DF5512015}" type="presOf" srcId="{09B7EFEE-8FEC-4A96-9FCD-5A0F9CA4D7D1}" destId="{24DEC3DA-7922-4C39-825A-EAB601ECDE61}" srcOrd="0" destOrd="0" presId="urn:microsoft.com/office/officeart/2018/5/layout/IconCircleLabelList"/>
    <dgm:cxn modelId="{4CAE18DE-B48D-40D8-8E8E-6A28029E7C74}" type="presOf" srcId="{AF8D41CC-883A-48A8-A380-67E86B3963CB}" destId="{9EA77123-89C3-4FB9-B8A8-BBEEA4470889}" srcOrd="0" destOrd="0" presId="urn:microsoft.com/office/officeart/2018/5/layout/IconCircleLabelList"/>
    <dgm:cxn modelId="{A04C5FF5-5FA7-486F-9F5F-A33AEF369DE7}" type="presOf" srcId="{20D420A4-9543-4291-9AAD-B3B26A143357}" destId="{F7C729C4-E461-43E5-A955-EA8C1C897195}" srcOrd="0" destOrd="0" presId="urn:microsoft.com/office/officeart/2018/5/layout/IconCircleLabelList"/>
    <dgm:cxn modelId="{A33D7B6F-DE2F-46D8-A348-A4D4A2FBB15C}" type="presParOf" srcId="{C9E91B73-164B-4619-B73D-C0658171DA14}" destId="{6A33449F-E3A7-41A5-987D-23D625D6D953}" srcOrd="0" destOrd="0" presId="urn:microsoft.com/office/officeart/2018/5/layout/IconCircleLabelList"/>
    <dgm:cxn modelId="{4E308AF8-9583-4E83-BA6D-42FDA76A33A1}" type="presParOf" srcId="{6A33449F-E3A7-41A5-987D-23D625D6D953}" destId="{76A7994D-67D7-438B-993E-B96D27B38E42}" srcOrd="0" destOrd="0" presId="urn:microsoft.com/office/officeart/2018/5/layout/IconCircleLabelList"/>
    <dgm:cxn modelId="{C51FE9C3-9211-4BBC-B405-3016BCE9E07E}" type="presParOf" srcId="{6A33449F-E3A7-41A5-987D-23D625D6D953}" destId="{95A8F3AF-AF5D-44FE-A5EC-DC585DE7B780}" srcOrd="1" destOrd="0" presId="urn:microsoft.com/office/officeart/2018/5/layout/IconCircleLabelList"/>
    <dgm:cxn modelId="{3988B820-DB2B-4C70-9460-34E75119E511}" type="presParOf" srcId="{6A33449F-E3A7-41A5-987D-23D625D6D953}" destId="{1179F9F2-74AB-4E92-B649-AE6ED255CF3B}" srcOrd="2" destOrd="0" presId="urn:microsoft.com/office/officeart/2018/5/layout/IconCircleLabelList"/>
    <dgm:cxn modelId="{D059A563-EBE8-4124-B0EF-492DBD571459}" type="presParOf" srcId="{6A33449F-E3A7-41A5-987D-23D625D6D953}" destId="{F7C729C4-E461-43E5-A955-EA8C1C897195}" srcOrd="3" destOrd="0" presId="urn:microsoft.com/office/officeart/2018/5/layout/IconCircleLabelList"/>
    <dgm:cxn modelId="{3ECA6C26-8942-4545-9988-13DB5F3531C5}" type="presParOf" srcId="{C9E91B73-164B-4619-B73D-C0658171DA14}" destId="{EF9F238C-F12E-4FB8-8E99-184CF577532C}" srcOrd="1" destOrd="0" presId="urn:microsoft.com/office/officeart/2018/5/layout/IconCircleLabelList"/>
    <dgm:cxn modelId="{11795AA9-8978-4004-8BAF-72719F02BD6C}" type="presParOf" srcId="{C9E91B73-164B-4619-B73D-C0658171DA14}" destId="{B28175D6-E85C-470B-8299-370DD1536BCC}" srcOrd="2" destOrd="0" presId="urn:microsoft.com/office/officeart/2018/5/layout/IconCircleLabelList"/>
    <dgm:cxn modelId="{FFAAAD88-943F-45A6-B234-C7668CAA37AA}" type="presParOf" srcId="{B28175D6-E85C-470B-8299-370DD1536BCC}" destId="{0A216266-480B-4243-8F5B-129FB62E9E70}" srcOrd="0" destOrd="0" presId="urn:microsoft.com/office/officeart/2018/5/layout/IconCircleLabelList"/>
    <dgm:cxn modelId="{47CA7C2E-6E52-4E7B-A622-2EEBB76ADB34}" type="presParOf" srcId="{B28175D6-E85C-470B-8299-370DD1536BCC}" destId="{A241EA2D-687E-43D8-BD0B-BC8EC8ECF878}" srcOrd="1" destOrd="0" presId="urn:microsoft.com/office/officeart/2018/5/layout/IconCircleLabelList"/>
    <dgm:cxn modelId="{F30FB0DB-04A6-44F7-BC66-DBA884B76E83}" type="presParOf" srcId="{B28175D6-E85C-470B-8299-370DD1536BCC}" destId="{8A15895A-2D71-4860-82D4-0D424B8BCD76}" srcOrd="2" destOrd="0" presId="urn:microsoft.com/office/officeart/2018/5/layout/IconCircleLabelList"/>
    <dgm:cxn modelId="{114BBB9E-324A-482E-8030-9DA0B7255139}" type="presParOf" srcId="{B28175D6-E85C-470B-8299-370DD1536BCC}" destId="{2069CE0D-D1E6-4857-925C-7410C67CB08E}" srcOrd="3" destOrd="0" presId="urn:microsoft.com/office/officeart/2018/5/layout/IconCircleLabelList"/>
    <dgm:cxn modelId="{9D3084CE-3F7A-4BCA-A1BF-E1350AC9FBFE}" type="presParOf" srcId="{C9E91B73-164B-4619-B73D-C0658171DA14}" destId="{528C4A6C-51B1-4D2C-9D67-2F8221F2E55A}" srcOrd="3" destOrd="0" presId="urn:microsoft.com/office/officeart/2018/5/layout/IconCircleLabelList"/>
    <dgm:cxn modelId="{3E3BE408-D038-46F4-851C-550EDDE2C745}" type="presParOf" srcId="{C9E91B73-164B-4619-B73D-C0658171DA14}" destId="{7A5F3840-C5A4-4F3D-A820-792B59058FB0}" srcOrd="4" destOrd="0" presId="urn:microsoft.com/office/officeart/2018/5/layout/IconCircleLabelList"/>
    <dgm:cxn modelId="{4C7BE482-68D5-4F8B-996B-4DD83827378A}" type="presParOf" srcId="{7A5F3840-C5A4-4F3D-A820-792B59058FB0}" destId="{6F39ECCD-2FB0-49CE-8781-D23AD505FD35}" srcOrd="0" destOrd="0" presId="urn:microsoft.com/office/officeart/2018/5/layout/IconCircleLabelList"/>
    <dgm:cxn modelId="{51F8F7F1-EA84-45F0-9E4F-C63E6DC42800}" type="presParOf" srcId="{7A5F3840-C5A4-4F3D-A820-792B59058FB0}" destId="{CD819765-9E1C-46DC-8349-0D5F6A213863}" srcOrd="1" destOrd="0" presId="urn:microsoft.com/office/officeart/2018/5/layout/IconCircleLabelList"/>
    <dgm:cxn modelId="{56F857FA-1B20-44CF-B3AC-53E6DD949B0D}" type="presParOf" srcId="{7A5F3840-C5A4-4F3D-A820-792B59058FB0}" destId="{B359F8EC-A359-4314-A565-26364F037C7A}" srcOrd="2" destOrd="0" presId="urn:microsoft.com/office/officeart/2018/5/layout/IconCircleLabelList"/>
    <dgm:cxn modelId="{B90B372F-4A8C-438A-9491-D6C145ADE991}" type="presParOf" srcId="{7A5F3840-C5A4-4F3D-A820-792B59058FB0}" destId="{9EA77123-89C3-4FB9-B8A8-BBEEA4470889}" srcOrd="3" destOrd="0" presId="urn:microsoft.com/office/officeart/2018/5/layout/IconCircleLabelList"/>
    <dgm:cxn modelId="{9CC8A239-DAB4-4659-AC14-68546B862396}" type="presParOf" srcId="{C9E91B73-164B-4619-B73D-C0658171DA14}" destId="{98C0F6C9-B34E-4BC8-8D3B-3D7A706C64B1}" srcOrd="5" destOrd="0" presId="urn:microsoft.com/office/officeart/2018/5/layout/IconCircleLabelList"/>
    <dgm:cxn modelId="{368C601C-4B23-47F6-9FEC-7E46F7A8ED6D}" type="presParOf" srcId="{C9E91B73-164B-4619-B73D-C0658171DA14}" destId="{4A193EFE-BF47-4062-8EC1-6C8F58B36BEB}" srcOrd="6" destOrd="0" presId="urn:microsoft.com/office/officeart/2018/5/layout/IconCircleLabelList"/>
    <dgm:cxn modelId="{8AC30019-0395-400A-9340-AF5AD6120917}" type="presParOf" srcId="{4A193EFE-BF47-4062-8EC1-6C8F58B36BEB}" destId="{CC087B86-E3DB-4BB3-B418-6D3BDFC8E4F0}" srcOrd="0" destOrd="0" presId="urn:microsoft.com/office/officeart/2018/5/layout/IconCircleLabelList"/>
    <dgm:cxn modelId="{D88818AC-C93E-4068-A860-E1C078BBFF0C}" type="presParOf" srcId="{4A193EFE-BF47-4062-8EC1-6C8F58B36BEB}" destId="{535A9A60-573C-4C6C-B2DF-CFA49846ED5F}" srcOrd="1" destOrd="0" presId="urn:microsoft.com/office/officeart/2018/5/layout/IconCircleLabelList"/>
    <dgm:cxn modelId="{9FC74863-330D-42C3-97A8-9326D9EED31B}" type="presParOf" srcId="{4A193EFE-BF47-4062-8EC1-6C8F58B36BEB}" destId="{B7BCBBE9-BF3F-420C-BFCD-2D30C1E5DCCA}" srcOrd="2" destOrd="0" presId="urn:microsoft.com/office/officeart/2018/5/layout/IconCircleLabelList"/>
    <dgm:cxn modelId="{8AC023F8-0063-4820-BBA2-0E649D1650F1}" type="presParOf" srcId="{4A193EFE-BF47-4062-8EC1-6C8F58B36BEB}" destId="{ECB1D4BE-3E94-491B-BF7F-38BB5CD2A278}" srcOrd="3" destOrd="0" presId="urn:microsoft.com/office/officeart/2018/5/layout/IconCircleLabelList"/>
    <dgm:cxn modelId="{4809BCE0-F89F-47F9-8621-305324682672}" type="presParOf" srcId="{C9E91B73-164B-4619-B73D-C0658171DA14}" destId="{EF1F85F1-B9BE-49AC-A40C-2539AD98CE80}" srcOrd="7" destOrd="0" presId="urn:microsoft.com/office/officeart/2018/5/layout/IconCircleLabelList"/>
    <dgm:cxn modelId="{293B6CED-4D1D-48F3-9442-77A498AF6D2F}" type="presParOf" srcId="{C9E91B73-164B-4619-B73D-C0658171DA14}" destId="{44B44E82-5B45-4398-8975-14F77D29CDA6}" srcOrd="8" destOrd="0" presId="urn:microsoft.com/office/officeart/2018/5/layout/IconCircleLabelList"/>
    <dgm:cxn modelId="{0867BCED-498A-42DC-B14C-99125D538984}" type="presParOf" srcId="{44B44E82-5B45-4398-8975-14F77D29CDA6}" destId="{0BB9BAFF-9902-4352-8A9C-BCC361DB767B}" srcOrd="0" destOrd="0" presId="urn:microsoft.com/office/officeart/2018/5/layout/IconCircleLabelList"/>
    <dgm:cxn modelId="{A860E69A-1DB9-4E95-A3B5-E2EE660724D4}" type="presParOf" srcId="{44B44E82-5B45-4398-8975-14F77D29CDA6}" destId="{EC7A6217-B230-4D4E-8B4F-600029DDBAE0}" srcOrd="1" destOrd="0" presId="urn:microsoft.com/office/officeart/2018/5/layout/IconCircleLabelList"/>
    <dgm:cxn modelId="{6611E5F7-BCAE-453F-9832-676989C2CD0F}" type="presParOf" srcId="{44B44E82-5B45-4398-8975-14F77D29CDA6}" destId="{78CB63BA-354C-4766-9733-3679C7FD3963}" srcOrd="2" destOrd="0" presId="urn:microsoft.com/office/officeart/2018/5/layout/IconCircleLabelList"/>
    <dgm:cxn modelId="{255FBEA6-1CCD-4D76-A9C1-D7D98437BE17}" type="presParOf" srcId="{44B44E82-5B45-4398-8975-14F77D29CDA6}" destId="{24DEC3DA-7922-4C39-825A-EAB601ECDE61}" srcOrd="3" destOrd="0" presId="urn:microsoft.com/office/officeart/2018/5/layout/IconCircleLabelList"/>
    <dgm:cxn modelId="{249C75F8-A651-4D2A-BB3A-9936B7263FA8}" type="presParOf" srcId="{C9E91B73-164B-4619-B73D-C0658171DA14}" destId="{09977A69-CC0E-4D34-B932-EC9A94AE2938}" srcOrd="9" destOrd="0" presId="urn:microsoft.com/office/officeart/2018/5/layout/IconCircleLabelList"/>
    <dgm:cxn modelId="{03092A43-34D9-4A91-BAB4-0748DE74FB74}" type="presParOf" srcId="{C9E91B73-164B-4619-B73D-C0658171DA14}" destId="{EC90B736-F124-469A-AFD2-5E8242F653C7}" srcOrd="10" destOrd="0" presId="urn:microsoft.com/office/officeart/2018/5/layout/IconCircleLabelList"/>
    <dgm:cxn modelId="{CA89EBC9-668E-4B01-91F5-40C334C5F03C}" type="presParOf" srcId="{EC90B736-F124-469A-AFD2-5E8242F653C7}" destId="{6C695F14-FB3B-4DC3-BF2F-F82100576A66}" srcOrd="0" destOrd="0" presId="urn:microsoft.com/office/officeart/2018/5/layout/IconCircleLabelList"/>
    <dgm:cxn modelId="{FDEF74F2-A045-45E4-BDE2-6C55C7CBBE1C}" type="presParOf" srcId="{EC90B736-F124-469A-AFD2-5E8242F653C7}" destId="{A093A616-C178-42A0-9223-A8FBE47CF69D}" srcOrd="1" destOrd="0" presId="urn:microsoft.com/office/officeart/2018/5/layout/IconCircleLabelList"/>
    <dgm:cxn modelId="{0862FDE7-B808-4F56-B729-C519B6138E17}" type="presParOf" srcId="{EC90B736-F124-469A-AFD2-5E8242F653C7}" destId="{9E2474CD-AFBD-4E6A-B1F0-56FAEC4B7E08}" srcOrd="2" destOrd="0" presId="urn:microsoft.com/office/officeart/2018/5/layout/IconCircleLabelList"/>
    <dgm:cxn modelId="{A6CB7F67-4649-425A-B9A2-7F4AD39B8D36}" type="presParOf" srcId="{EC90B736-F124-469A-AFD2-5E8242F653C7}" destId="{2A361626-5F8F-4FFE-87EE-744FCEA44E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175D1-951D-4642-B99B-49C15259A45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3499FB-EC6B-4B09-A08D-E793A2D4C909}">
      <dgm:prSet/>
      <dgm:spPr/>
      <dgm:t>
        <a:bodyPr/>
        <a:lstStyle/>
        <a:p>
          <a:pPr>
            <a:defRPr cap="all"/>
          </a:pPr>
          <a:r>
            <a:rPr lang="en-US"/>
            <a:t>Platform for companies and users.</a:t>
          </a:r>
        </a:p>
      </dgm:t>
    </dgm:pt>
    <dgm:pt modelId="{60693CFA-E0B0-459F-B7BC-D07FF5D8FF2D}" type="parTrans" cxnId="{7B779717-4FF9-4AD7-8C87-17F0AFF21681}">
      <dgm:prSet/>
      <dgm:spPr/>
      <dgm:t>
        <a:bodyPr/>
        <a:lstStyle/>
        <a:p>
          <a:endParaRPr lang="en-US"/>
        </a:p>
      </dgm:t>
    </dgm:pt>
    <dgm:pt modelId="{695273FB-8D35-459A-A797-5795EDA3B140}" type="sibTrans" cxnId="{7B779717-4FF9-4AD7-8C87-17F0AFF21681}">
      <dgm:prSet/>
      <dgm:spPr/>
      <dgm:t>
        <a:bodyPr/>
        <a:lstStyle/>
        <a:p>
          <a:endParaRPr lang="en-US"/>
        </a:p>
      </dgm:t>
    </dgm:pt>
    <dgm:pt modelId="{27FC437D-CDB7-4C34-918B-9CF3D0332B6D}">
      <dgm:prSet/>
      <dgm:spPr/>
      <dgm:t>
        <a:bodyPr/>
        <a:lstStyle/>
        <a:p>
          <a:pPr>
            <a:defRPr cap="all"/>
          </a:pPr>
          <a:r>
            <a:rPr lang="en-US"/>
            <a:t>Publish, search, and manage job offers.</a:t>
          </a:r>
        </a:p>
      </dgm:t>
    </dgm:pt>
    <dgm:pt modelId="{7B5ACFE1-70C3-48AA-87A3-05B0AF755335}" type="parTrans" cxnId="{CFF44138-A94E-4D29-B5D9-581AB7BAD3E0}">
      <dgm:prSet/>
      <dgm:spPr/>
      <dgm:t>
        <a:bodyPr/>
        <a:lstStyle/>
        <a:p>
          <a:endParaRPr lang="en-US"/>
        </a:p>
      </dgm:t>
    </dgm:pt>
    <dgm:pt modelId="{2AC975D3-C5D4-4E4E-B280-326F869C26CA}" type="sibTrans" cxnId="{CFF44138-A94E-4D29-B5D9-581AB7BAD3E0}">
      <dgm:prSet/>
      <dgm:spPr/>
      <dgm:t>
        <a:bodyPr/>
        <a:lstStyle/>
        <a:p>
          <a:endParaRPr lang="en-US"/>
        </a:p>
      </dgm:t>
    </dgm:pt>
    <dgm:pt modelId="{2BB78D9B-90F2-4A5E-9D71-4EC4C57E5DF0}">
      <dgm:prSet/>
      <dgm:spPr/>
      <dgm:t>
        <a:bodyPr/>
        <a:lstStyle/>
        <a:p>
          <a:pPr>
            <a:defRPr cap="all"/>
          </a:pPr>
          <a:r>
            <a:rPr lang="en-US"/>
            <a:t>Admin panel for full management.</a:t>
          </a:r>
        </a:p>
      </dgm:t>
    </dgm:pt>
    <dgm:pt modelId="{6EE693A9-6ED0-4498-9669-C4D7C1415714}" type="parTrans" cxnId="{04656CF9-4D9B-4B84-9E94-0AEC049A6720}">
      <dgm:prSet/>
      <dgm:spPr/>
      <dgm:t>
        <a:bodyPr/>
        <a:lstStyle/>
        <a:p>
          <a:endParaRPr lang="en-US"/>
        </a:p>
      </dgm:t>
    </dgm:pt>
    <dgm:pt modelId="{161381CF-D5D1-4B13-9C76-F2C1DB9713DE}" type="sibTrans" cxnId="{04656CF9-4D9B-4B84-9E94-0AEC049A6720}">
      <dgm:prSet/>
      <dgm:spPr/>
      <dgm:t>
        <a:bodyPr/>
        <a:lstStyle/>
        <a:p>
          <a:endParaRPr lang="en-US"/>
        </a:p>
      </dgm:t>
    </dgm:pt>
    <dgm:pt modelId="{93F12A2B-3923-4EFF-A353-37D865A24498}" type="pres">
      <dgm:prSet presAssocID="{4FE175D1-951D-4642-B99B-49C15259A451}" presName="root" presStyleCnt="0">
        <dgm:presLayoutVars>
          <dgm:dir/>
          <dgm:resizeHandles val="exact"/>
        </dgm:presLayoutVars>
      </dgm:prSet>
      <dgm:spPr/>
    </dgm:pt>
    <dgm:pt modelId="{3A281381-8A01-4397-BD12-7322B43EAB4E}" type="pres">
      <dgm:prSet presAssocID="{E83499FB-EC6B-4B09-A08D-E793A2D4C909}" presName="compNode" presStyleCnt="0"/>
      <dgm:spPr/>
    </dgm:pt>
    <dgm:pt modelId="{83B9593D-9E21-4AA3-9EE5-E95F29378F69}" type="pres">
      <dgm:prSet presAssocID="{E83499FB-EC6B-4B09-A08D-E793A2D4C909}" presName="iconBgRect" presStyleLbl="bgShp" presStyleIdx="0" presStyleCnt="3"/>
      <dgm:spPr/>
    </dgm:pt>
    <dgm:pt modelId="{2585FBB3-BB43-41F7-ACAE-87BC5C80B76C}" type="pres">
      <dgm:prSet presAssocID="{E83499FB-EC6B-4B09-A08D-E793A2D4C9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1FFE9907-9EBC-4CF1-B4AD-89A1C5E99B23}" type="pres">
      <dgm:prSet presAssocID="{E83499FB-EC6B-4B09-A08D-E793A2D4C909}" presName="spaceRect" presStyleCnt="0"/>
      <dgm:spPr/>
    </dgm:pt>
    <dgm:pt modelId="{81594D03-0864-4D7A-A68C-0C01BB870220}" type="pres">
      <dgm:prSet presAssocID="{E83499FB-EC6B-4B09-A08D-E793A2D4C909}" presName="textRect" presStyleLbl="revTx" presStyleIdx="0" presStyleCnt="3">
        <dgm:presLayoutVars>
          <dgm:chMax val="1"/>
          <dgm:chPref val="1"/>
        </dgm:presLayoutVars>
      </dgm:prSet>
      <dgm:spPr/>
    </dgm:pt>
    <dgm:pt modelId="{722639FB-9D22-4D38-BD73-F74253B2DFCB}" type="pres">
      <dgm:prSet presAssocID="{695273FB-8D35-459A-A797-5795EDA3B140}" presName="sibTrans" presStyleCnt="0"/>
      <dgm:spPr/>
    </dgm:pt>
    <dgm:pt modelId="{25BC9868-8395-46B7-9338-1379573424E6}" type="pres">
      <dgm:prSet presAssocID="{27FC437D-CDB7-4C34-918B-9CF3D0332B6D}" presName="compNode" presStyleCnt="0"/>
      <dgm:spPr/>
    </dgm:pt>
    <dgm:pt modelId="{2E1DE20F-A469-44D8-83F7-89AB6196E082}" type="pres">
      <dgm:prSet presAssocID="{27FC437D-CDB7-4C34-918B-9CF3D0332B6D}" presName="iconBgRect" presStyleLbl="bgShp" presStyleIdx="1" presStyleCnt="3"/>
      <dgm:spPr/>
    </dgm:pt>
    <dgm:pt modelId="{E74BB99B-9725-40CD-9844-92CE2E268DA1}" type="pres">
      <dgm:prSet presAssocID="{27FC437D-CDB7-4C34-918B-9CF3D0332B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vestigación"/>
        </a:ext>
      </dgm:extLst>
    </dgm:pt>
    <dgm:pt modelId="{9126F4E0-F3F8-476A-B5C0-B4C661237A60}" type="pres">
      <dgm:prSet presAssocID="{27FC437D-CDB7-4C34-918B-9CF3D0332B6D}" presName="spaceRect" presStyleCnt="0"/>
      <dgm:spPr/>
    </dgm:pt>
    <dgm:pt modelId="{FDCB9E05-C6AB-4995-9B38-5223C451FC88}" type="pres">
      <dgm:prSet presAssocID="{27FC437D-CDB7-4C34-918B-9CF3D0332B6D}" presName="textRect" presStyleLbl="revTx" presStyleIdx="1" presStyleCnt="3">
        <dgm:presLayoutVars>
          <dgm:chMax val="1"/>
          <dgm:chPref val="1"/>
        </dgm:presLayoutVars>
      </dgm:prSet>
      <dgm:spPr/>
    </dgm:pt>
    <dgm:pt modelId="{411F8495-3C88-4670-9168-2378535E6E67}" type="pres">
      <dgm:prSet presAssocID="{2AC975D3-C5D4-4E4E-B280-326F869C26CA}" presName="sibTrans" presStyleCnt="0"/>
      <dgm:spPr/>
    </dgm:pt>
    <dgm:pt modelId="{0091AE28-C17D-4A93-AC19-E3323AE62B75}" type="pres">
      <dgm:prSet presAssocID="{2BB78D9B-90F2-4A5E-9D71-4EC4C57E5DF0}" presName="compNode" presStyleCnt="0"/>
      <dgm:spPr/>
    </dgm:pt>
    <dgm:pt modelId="{D9E3E393-6495-44FB-960C-4019580F6C71}" type="pres">
      <dgm:prSet presAssocID="{2BB78D9B-90F2-4A5E-9D71-4EC4C57E5DF0}" presName="iconBgRect" presStyleLbl="bgShp" presStyleIdx="2" presStyleCnt="3"/>
      <dgm:spPr/>
    </dgm:pt>
    <dgm:pt modelId="{1F35BE08-B923-4D3F-BF4A-2745ACCA5EC0}" type="pres">
      <dgm:prSet presAssocID="{2BB78D9B-90F2-4A5E-9D71-4EC4C57E5D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4070BB59-84B0-424D-A1C0-6F09FA094FC9}" type="pres">
      <dgm:prSet presAssocID="{2BB78D9B-90F2-4A5E-9D71-4EC4C57E5DF0}" presName="spaceRect" presStyleCnt="0"/>
      <dgm:spPr/>
    </dgm:pt>
    <dgm:pt modelId="{A03D73E5-A56E-456B-B81F-16E2059C5585}" type="pres">
      <dgm:prSet presAssocID="{2BB78D9B-90F2-4A5E-9D71-4EC4C57E5D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BFA612-0F9B-4500-9B73-F61C0D3E2258}" type="presOf" srcId="{E83499FB-EC6B-4B09-A08D-E793A2D4C909}" destId="{81594D03-0864-4D7A-A68C-0C01BB870220}" srcOrd="0" destOrd="0" presId="urn:microsoft.com/office/officeart/2018/5/layout/IconCircleLabelList"/>
    <dgm:cxn modelId="{7B779717-4FF9-4AD7-8C87-17F0AFF21681}" srcId="{4FE175D1-951D-4642-B99B-49C15259A451}" destId="{E83499FB-EC6B-4B09-A08D-E793A2D4C909}" srcOrd="0" destOrd="0" parTransId="{60693CFA-E0B0-459F-B7BC-D07FF5D8FF2D}" sibTransId="{695273FB-8D35-459A-A797-5795EDA3B140}"/>
    <dgm:cxn modelId="{D487E129-FF17-4AE2-9F7D-46E3D90C85B3}" type="presOf" srcId="{27FC437D-CDB7-4C34-918B-9CF3D0332B6D}" destId="{FDCB9E05-C6AB-4995-9B38-5223C451FC88}" srcOrd="0" destOrd="0" presId="urn:microsoft.com/office/officeart/2018/5/layout/IconCircleLabelList"/>
    <dgm:cxn modelId="{CFF44138-A94E-4D29-B5D9-581AB7BAD3E0}" srcId="{4FE175D1-951D-4642-B99B-49C15259A451}" destId="{27FC437D-CDB7-4C34-918B-9CF3D0332B6D}" srcOrd="1" destOrd="0" parTransId="{7B5ACFE1-70C3-48AA-87A3-05B0AF755335}" sibTransId="{2AC975D3-C5D4-4E4E-B280-326F869C26CA}"/>
    <dgm:cxn modelId="{B705F098-ACBB-46CE-BFB5-C8F1C529F9D5}" type="presOf" srcId="{4FE175D1-951D-4642-B99B-49C15259A451}" destId="{93F12A2B-3923-4EFF-A353-37D865A24498}" srcOrd="0" destOrd="0" presId="urn:microsoft.com/office/officeart/2018/5/layout/IconCircleLabelList"/>
    <dgm:cxn modelId="{F826B2EC-A041-4787-B8F3-F99504013E3F}" type="presOf" srcId="{2BB78D9B-90F2-4A5E-9D71-4EC4C57E5DF0}" destId="{A03D73E5-A56E-456B-B81F-16E2059C5585}" srcOrd="0" destOrd="0" presId="urn:microsoft.com/office/officeart/2018/5/layout/IconCircleLabelList"/>
    <dgm:cxn modelId="{04656CF9-4D9B-4B84-9E94-0AEC049A6720}" srcId="{4FE175D1-951D-4642-B99B-49C15259A451}" destId="{2BB78D9B-90F2-4A5E-9D71-4EC4C57E5DF0}" srcOrd="2" destOrd="0" parTransId="{6EE693A9-6ED0-4498-9669-C4D7C1415714}" sibTransId="{161381CF-D5D1-4B13-9C76-F2C1DB9713DE}"/>
    <dgm:cxn modelId="{1E0365D4-4F7C-4351-A3B4-8D7AB039C82C}" type="presParOf" srcId="{93F12A2B-3923-4EFF-A353-37D865A24498}" destId="{3A281381-8A01-4397-BD12-7322B43EAB4E}" srcOrd="0" destOrd="0" presId="urn:microsoft.com/office/officeart/2018/5/layout/IconCircleLabelList"/>
    <dgm:cxn modelId="{5E29DBB6-9BBB-4BD7-89E1-992BDC9623C8}" type="presParOf" srcId="{3A281381-8A01-4397-BD12-7322B43EAB4E}" destId="{83B9593D-9E21-4AA3-9EE5-E95F29378F69}" srcOrd="0" destOrd="0" presId="urn:microsoft.com/office/officeart/2018/5/layout/IconCircleLabelList"/>
    <dgm:cxn modelId="{2745B395-0A9C-4D23-B75A-B92C209AD5DE}" type="presParOf" srcId="{3A281381-8A01-4397-BD12-7322B43EAB4E}" destId="{2585FBB3-BB43-41F7-ACAE-87BC5C80B76C}" srcOrd="1" destOrd="0" presId="urn:microsoft.com/office/officeart/2018/5/layout/IconCircleLabelList"/>
    <dgm:cxn modelId="{62A118BC-C36E-4668-857E-3BEEA9625F3B}" type="presParOf" srcId="{3A281381-8A01-4397-BD12-7322B43EAB4E}" destId="{1FFE9907-9EBC-4CF1-B4AD-89A1C5E99B23}" srcOrd="2" destOrd="0" presId="urn:microsoft.com/office/officeart/2018/5/layout/IconCircleLabelList"/>
    <dgm:cxn modelId="{D1D92F54-84C7-48C5-9B5B-14AAD11580A5}" type="presParOf" srcId="{3A281381-8A01-4397-BD12-7322B43EAB4E}" destId="{81594D03-0864-4D7A-A68C-0C01BB870220}" srcOrd="3" destOrd="0" presId="urn:microsoft.com/office/officeart/2018/5/layout/IconCircleLabelList"/>
    <dgm:cxn modelId="{085CEC12-FA93-4835-B983-7EF0F6B587D7}" type="presParOf" srcId="{93F12A2B-3923-4EFF-A353-37D865A24498}" destId="{722639FB-9D22-4D38-BD73-F74253B2DFCB}" srcOrd="1" destOrd="0" presId="urn:microsoft.com/office/officeart/2018/5/layout/IconCircleLabelList"/>
    <dgm:cxn modelId="{249CC2AE-8015-4AE8-B2AA-A88D7C648A92}" type="presParOf" srcId="{93F12A2B-3923-4EFF-A353-37D865A24498}" destId="{25BC9868-8395-46B7-9338-1379573424E6}" srcOrd="2" destOrd="0" presId="urn:microsoft.com/office/officeart/2018/5/layout/IconCircleLabelList"/>
    <dgm:cxn modelId="{ABAE8881-575D-4E07-AC18-6AB87A85A185}" type="presParOf" srcId="{25BC9868-8395-46B7-9338-1379573424E6}" destId="{2E1DE20F-A469-44D8-83F7-89AB6196E082}" srcOrd="0" destOrd="0" presId="urn:microsoft.com/office/officeart/2018/5/layout/IconCircleLabelList"/>
    <dgm:cxn modelId="{47B12A95-CAA5-4487-84A6-DED02D944446}" type="presParOf" srcId="{25BC9868-8395-46B7-9338-1379573424E6}" destId="{E74BB99B-9725-40CD-9844-92CE2E268DA1}" srcOrd="1" destOrd="0" presId="urn:microsoft.com/office/officeart/2018/5/layout/IconCircleLabelList"/>
    <dgm:cxn modelId="{D7DFEB7E-AFC4-40F4-A20E-7F569FC91EBB}" type="presParOf" srcId="{25BC9868-8395-46B7-9338-1379573424E6}" destId="{9126F4E0-F3F8-476A-B5C0-B4C661237A60}" srcOrd="2" destOrd="0" presId="urn:microsoft.com/office/officeart/2018/5/layout/IconCircleLabelList"/>
    <dgm:cxn modelId="{2357911A-D2E6-400E-9AA7-CF972CB59E42}" type="presParOf" srcId="{25BC9868-8395-46B7-9338-1379573424E6}" destId="{FDCB9E05-C6AB-4995-9B38-5223C451FC88}" srcOrd="3" destOrd="0" presId="urn:microsoft.com/office/officeart/2018/5/layout/IconCircleLabelList"/>
    <dgm:cxn modelId="{55CFD8F0-E596-40BF-907F-D2B65EEB45C1}" type="presParOf" srcId="{93F12A2B-3923-4EFF-A353-37D865A24498}" destId="{411F8495-3C88-4670-9168-2378535E6E67}" srcOrd="3" destOrd="0" presId="urn:microsoft.com/office/officeart/2018/5/layout/IconCircleLabelList"/>
    <dgm:cxn modelId="{E91F5853-4FE2-4240-9186-BCEB1F57D3BE}" type="presParOf" srcId="{93F12A2B-3923-4EFF-A353-37D865A24498}" destId="{0091AE28-C17D-4A93-AC19-E3323AE62B75}" srcOrd="4" destOrd="0" presId="urn:microsoft.com/office/officeart/2018/5/layout/IconCircleLabelList"/>
    <dgm:cxn modelId="{D95D8222-172F-4237-8779-5EBE9E7CC65E}" type="presParOf" srcId="{0091AE28-C17D-4A93-AC19-E3323AE62B75}" destId="{D9E3E393-6495-44FB-960C-4019580F6C71}" srcOrd="0" destOrd="0" presId="urn:microsoft.com/office/officeart/2018/5/layout/IconCircleLabelList"/>
    <dgm:cxn modelId="{4F043081-57DE-437F-8149-E02E42B2427B}" type="presParOf" srcId="{0091AE28-C17D-4A93-AC19-E3323AE62B75}" destId="{1F35BE08-B923-4D3F-BF4A-2745ACCA5EC0}" srcOrd="1" destOrd="0" presId="urn:microsoft.com/office/officeart/2018/5/layout/IconCircleLabelList"/>
    <dgm:cxn modelId="{96D9919A-7BB6-4069-AD34-3234BD1C236E}" type="presParOf" srcId="{0091AE28-C17D-4A93-AC19-E3323AE62B75}" destId="{4070BB59-84B0-424D-A1C0-6F09FA094FC9}" srcOrd="2" destOrd="0" presId="urn:microsoft.com/office/officeart/2018/5/layout/IconCircleLabelList"/>
    <dgm:cxn modelId="{A470FD08-BF59-4FBF-B2A1-CD7880D7C75C}" type="presParOf" srcId="{0091AE28-C17D-4A93-AC19-E3323AE62B75}" destId="{A03D73E5-A56E-456B-B81F-16E2059C55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427AA9-AECA-43F7-84CC-FE8FD71C05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39F126-F2C0-4DA9-8BA2-F62EA3AD6BC5}">
      <dgm:prSet/>
      <dgm:spPr/>
      <dgm:t>
        <a:bodyPr/>
        <a:lstStyle/>
        <a:p>
          <a:r>
            <a:rPr lang="en-US"/>
            <a:t>Post and manage job offers.</a:t>
          </a:r>
        </a:p>
      </dgm:t>
    </dgm:pt>
    <dgm:pt modelId="{11317DBF-68AF-4946-8F0B-5C8E679DBC6D}" type="parTrans" cxnId="{8149EE82-498B-46E1-B62F-F65EEC10F71C}">
      <dgm:prSet/>
      <dgm:spPr/>
      <dgm:t>
        <a:bodyPr/>
        <a:lstStyle/>
        <a:p>
          <a:endParaRPr lang="en-US"/>
        </a:p>
      </dgm:t>
    </dgm:pt>
    <dgm:pt modelId="{FBEBF51B-79FC-4B9D-95C3-F6B13B7E9C56}" type="sibTrans" cxnId="{8149EE82-498B-46E1-B62F-F65EEC10F71C}">
      <dgm:prSet/>
      <dgm:spPr/>
      <dgm:t>
        <a:bodyPr/>
        <a:lstStyle/>
        <a:p>
          <a:endParaRPr lang="en-US"/>
        </a:p>
      </dgm:t>
    </dgm:pt>
    <dgm:pt modelId="{061D1CE8-CF2B-4DD7-951B-057F61111970}">
      <dgm:prSet/>
      <dgm:spPr/>
      <dgm:t>
        <a:bodyPr/>
        <a:lstStyle/>
        <a:p>
          <a:r>
            <a:rPr lang="en-US"/>
            <a:t>Review and respond to applications.</a:t>
          </a:r>
        </a:p>
      </dgm:t>
    </dgm:pt>
    <dgm:pt modelId="{914874C3-7559-4F31-AA9B-1E8F28EF9FC8}" type="parTrans" cxnId="{4081B1F8-1152-4445-8FA9-349E4BE32A29}">
      <dgm:prSet/>
      <dgm:spPr/>
      <dgm:t>
        <a:bodyPr/>
        <a:lstStyle/>
        <a:p>
          <a:endParaRPr lang="en-US"/>
        </a:p>
      </dgm:t>
    </dgm:pt>
    <dgm:pt modelId="{AC460126-82EE-4113-8A19-889E0F8E00FB}" type="sibTrans" cxnId="{4081B1F8-1152-4445-8FA9-349E4BE32A29}">
      <dgm:prSet/>
      <dgm:spPr/>
      <dgm:t>
        <a:bodyPr/>
        <a:lstStyle/>
        <a:p>
          <a:endParaRPr lang="en-US"/>
        </a:p>
      </dgm:t>
    </dgm:pt>
    <dgm:pt modelId="{12139BF2-C259-4F29-A6A1-6A31DE4CFB2C}">
      <dgm:prSet/>
      <dgm:spPr/>
      <dgm:t>
        <a:bodyPr/>
        <a:lstStyle/>
        <a:p>
          <a:r>
            <a:rPr lang="en-US"/>
            <a:t>Update company information.</a:t>
          </a:r>
        </a:p>
      </dgm:t>
    </dgm:pt>
    <dgm:pt modelId="{EB699173-5E93-45D2-A5E9-ADB907C73C34}" type="parTrans" cxnId="{C8671E47-B200-4B9D-93AA-ACF111A0F973}">
      <dgm:prSet/>
      <dgm:spPr/>
      <dgm:t>
        <a:bodyPr/>
        <a:lstStyle/>
        <a:p>
          <a:endParaRPr lang="en-US"/>
        </a:p>
      </dgm:t>
    </dgm:pt>
    <dgm:pt modelId="{BB47A5D2-39E8-47C9-B544-9C4CE7B95DE0}" type="sibTrans" cxnId="{C8671E47-B200-4B9D-93AA-ACF111A0F973}">
      <dgm:prSet/>
      <dgm:spPr/>
      <dgm:t>
        <a:bodyPr/>
        <a:lstStyle/>
        <a:p>
          <a:endParaRPr lang="en-US"/>
        </a:p>
      </dgm:t>
    </dgm:pt>
    <dgm:pt modelId="{D37EBBD2-C766-432D-A437-4EF933F232C4}" type="pres">
      <dgm:prSet presAssocID="{2B427AA9-AECA-43F7-84CC-FE8FD71C05A7}" presName="linear" presStyleCnt="0">
        <dgm:presLayoutVars>
          <dgm:animLvl val="lvl"/>
          <dgm:resizeHandles val="exact"/>
        </dgm:presLayoutVars>
      </dgm:prSet>
      <dgm:spPr/>
    </dgm:pt>
    <dgm:pt modelId="{15739F0D-BCBF-4CEE-9FB1-5C48E80966CB}" type="pres">
      <dgm:prSet presAssocID="{6B39F126-F2C0-4DA9-8BA2-F62EA3AD6B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28C49B-C443-436A-88BC-D5AA14955192}" type="pres">
      <dgm:prSet presAssocID="{FBEBF51B-79FC-4B9D-95C3-F6B13B7E9C56}" presName="spacer" presStyleCnt="0"/>
      <dgm:spPr/>
    </dgm:pt>
    <dgm:pt modelId="{2C6A5B7E-7BEE-4807-BF3C-65744FC8FCAD}" type="pres">
      <dgm:prSet presAssocID="{061D1CE8-CF2B-4DD7-951B-057F611119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E268B4D-1471-4E15-9CCC-EB643D8E62CE}" type="pres">
      <dgm:prSet presAssocID="{AC460126-82EE-4113-8A19-889E0F8E00FB}" presName="spacer" presStyleCnt="0"/>
      <dgm:spPr/>
    </dgm:pt>
    <dgm:pt modelId="{25CC2323-5067-48D6-8454-429EFD8F0462}" type="pres">
      <dgm:prSet presAssocID="{12139BF2-C259-4F29-A6A1-6A31DE4CFB2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4923817-0BC8-4015-9AD5-8655BEC59E2F}" type="presOf" srcId="{061D1CE8-CF2B-4DD7-951B-057F61111970}" destId="{2C6A5B7E-7BEE-4807-BF3C-65744FC8FCAD}" srcOrd="0" destOrd="0" presId="urn:microsoft.com/office/officeart/2005/8/layout/vList2"/>
    <dgm:cxn modelId="{C8671E47-B200-4B9D-93AA-ACF111A0F973}" srcId="{2B427AA9-AECA-43F7-84CC-FE8FD71C05A7}" destId="{12139BF2-C259-4F29-A6A1-6A31DE4CFB2C}" srcOrd="2" destOrd="0" parTransId="{EB699173-5E93-45D2-A5E9-ADB907C73C34}" sibTransId="{BB47A5D2-39E8-47C9-B544-9C4CE7B95DE0}"/>
    <dgm:cxn modelId="{39A68658-4082-4A31-8E2B-0EC061AE4AA0}" type="presOf" srcId="{6B39F126-F2C0-4DA9-8BA2-F62EA3AD6BC5}" destId="{15739F0D-BCBF-4CEE-9FB1-5C48E80966CB}" srcOrd="0" destOrd="0" presId="urn:microsoft.com/office/officeart/2005/8/layout/vList2"/>
    <dgm:cxn modelId="{8149EE82-498B-46E1-B62F-F65EEC10F71C}" srcId="{2B427AA9-AECA-43F7-84CC-FE8FD71C05A7}" destId="{6B39F126-F2C0-4DA9-8BA2-F62EA3AD6BC5}" srcOrd="0" destOrd="0" parTransId="{11317DBF-68AF-4946-8F0B-5C8E679DBC6D}" sibTransId="{FBEBF51B-79FC-4B9D-95C3-F6B13B7E9C56}"/>
    <dgm:cxn modelId="{D9EF7FEF-92C7-4A87-9834-10B36FED8D24}" type="presOf" srcId="{12139BF2-C259-4F29-A6A1-6A31DE4CFB2C}" destId="{25CC2323-5067-48D6-8454-429EFD8F0462}" srcOrd="0" destOrd="0" presId="urn:microsoft.com/office/officeart/2005/8/layout/vList2"/>
    <dgm:cxn modelId="{C141F9F1-AE23-41BA-AB5E-36FFCA780A28}" type="presOf" srcId="{2B427AA9-AECA-43F7-84CC-FE8FD71C05A7}" destId="{D37EBBD2-C766-432D-A437-4EF933F232C4}" srcOrd="0" destOrd="0" presId="urn:microsoft.com/office/officeart/2005/8/layout/vList2"/>
    <dgm:cxn modelId="{4081B1F8-1152-4445-8FA9-349E4BE32A29}" srcId="{2B427AA9-AECA-43F7-84CC-FE8FD71C05A7}" destId="{061D1CE8-CF2B-4DD7-951B-057F61111970}" srcOrd="1" destOrd="0" parTransId="{914874C3-7559-4F31-AA9B-1E8F28EF9FC8}" sibTransId="{AC460126-82EE-4113-8A19-889E0F8E00FB}"/>
    <dgm:cxn modelId="{202922E3-6C9F-4DE1-BB3E-9C0A07E34AA4}" type="presParOf" srcId="{D37EBBD2-C766-432D-A437-4EF933F232C4}" destId="{15739F0D-BCBF-4CEE-9FB1-5C48E80966CB}" srcOrd="0" destOrd="0" presId="urn:microsoft.com/office/officeart/2005/8/layout/vList2"/>
    <dgm:cxn modelId="{F2BB47CF-40D8-45AB-B8E6-5E05C3EC9D5A}" type="presParOf" srcId="{D37EBBD2-C766-432D-A437-4EF933F232C4}" destId="{6B28C49B-C443-436A-88BC-D5AA14955192}" srcOrd="1" destOrd="0" presId="urn:microsoft.com/office/officeart/2005/8/layout/vList2"/>
    <dgm:cxn modelId="{A8E8EC57-CB0B-4040-985E-387CC2858288}" type="presParOf" srcId="{D37EBBD2-C766-432D-A437-4EF933F232C4}" destId="{2C6A5B7E-7BEE-4807-BF3C-65744FC8FCAD}" srcOrd="2" destOrd="0" presId="urn:microsoft.com/office/officeart/2005/8/layout/vList2"/>
    <dgm:cxn modelId="{74022ABF-113A-47E2-9347-9E854ACBBA3A}" type="presParOf" srcId="{D37EBBD2-C766-432D-A437-4EF933F232C4}" destId="{DE268B4D-1471-4E15-9CCC-EB643D8E62CE}" srcOrd="3" destOrd="0" presId="urn:microsoft.com/office/officeart/2005/8/layout/vList2"/>
    <dgm:cxn modelId="{B971567F-D09D-4A4C-AA47-699C92592A08}" type="presParOf" srcId="{D37EBBD2-C766-432D-A437-4EF933F232C4}" destId="{25CC2323-5067-48D6-8454-429EFD8F046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F39515-02C9-483A-BF8F-4872F0DCE4F1}" type="doc">
      <dgm:prSet loTypeId="urn:microsoft.com/office/officeart/2008/layout/AlternatingHexagons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EF4105-40EC-41BD-BC60-53C69289B9AB}">
      <dgm:prSet/>
      <dgm:spPr/>
      <dgm:t>
        <a:bodyPr/>
        <a:lstStyle/>
        <a:p>
          <a:r>
            <a:rPr lang="en-US"/>
            <a:t>Manage companies and categories.</a:t>
          </a:r>
        </a:p>
      </dgm:t>
    </dgm:pt>
    <dgm:pt modelId="{F6AC55D5-E4AE-45DD-95DE-DC7DDFDBB807}" type="parTrans" cxnId="{ED77F4BD-E603-4BE3-8399-F397B007C3FE}">
      <dgm:prSet/>
      <dgm:spPr/>
      <dgm:t>
        <a:bodyPr/>
        <a:lstStyle/>
        <a:p>
          <a:endParaRPr lang="en-US"/>
        </a:p>
      </dgm:t>
    </dgm:pt>
    <dgm:pt modelId="{20CBF992-3798-4FCA-9E2E-8F5A013BD771}" type="sibTrans" cxnId="{ED77F4BD-E603-4BE3-8399-F397B007C3FE}">
      <dgm:prSet/>
      <dgm:spPr/>
      <dgm:t>
        <a:bodyPr/>
        <a:lstStyle/>
        <a:p>
          <a:endParaRPr lang="en-US"/>
        </a:p>
      </dgm:t>
    </dgm:pt>
    <dgm:pt modelId="{519EE271-91C7-479A-A765-29FE88482C62}">
      <dgm:prSet/>
      <dgm:spPr/>
      <dgm:t>
        <a:bodyPr/>
        <a:lstStyle/>
        <a:p>
          <a:r>
            <a:rPr lang="en-US"/>
            <a:t>Create new admin users.</a:t>
          </a:r>
        </a:p>
      </dgm:t>
    </dgm:pt>
    <dgm:pt modelId="{23045362-2703-4B12-946A-EBE8E386CA50}" type="parTrans" cxnId="{DA27BE4C-5D23-4516-885C-1B1A03670F82}">
      <dgm:prSet/>
      <dgm:spPr/>
      <dgm:t>
        <a:bodyPr/>
        <a:lstStyle/>
        <a:p>
          <a:endParaRPr lang="en-US"/>
        </a:p>
      </dgm:t>
    </dgm:pt>
    <dgm:pt modelId="{FA64CEE8-EBC0-40FE-8AAB-72340F7F48E7}" type="sibTrans" cxnId="{DA27BE4C-5D23-4516-885C-1B1A03670F82}">
      <dgm:prSet/>
      <dgm:spPr/>
      <dgm:t>
        <a:bodyPr/>
        <a:lstStyle/>
        <a:p>
          <a:endParaRPr lang="en-US"/>
        </a:p>
      </dgm:t>
    </dgm:pt>
    <dgm:pt modelId="{17617DB2-2FEC-4C15-97E0-EC78B6B04DE1}">
      <dgm:prSet/>
      <dgm:spPr/>
      <dgm:t>
        <a:bodyPr/>
        <a:lstStyle/>
        <a:p>
          <a:r>
            <a:rPr lang="en-US"/>
            <a:t>Deactivate inappropriate users.</a:t>
          </a:r>
        </a:p>
      </dgm:t>
    </dgm:pt>
    <dgm:pt modelId="{C429DD7B-9D1C-4304-9253-37161FE32121}" type="parTrans" cxnId="{DF7C93A5-A755-4A29-9D03-BFB0BCA3398A}">
      <dgm:prSet/>
      <dgm:spPr/>
      <dgm:t>
        <a:bodyPr/>
        <a:lstStyle/>
        <a:p>
          <a:endParaRPr lang="en-US"/>
        </a:p>
      </dgm:t>
    </dgm:pt>
    <dgm:pt modelId="{883D6DB3-10C3-4FD8-977D-5E33DA721304}" type="sibTrans" cxnId="{DF7C93A5-A755-4A29-9D03-BFB0BCA3398A}">
      <dgm:prSet/>
      <dgm:spPr/>
      <dgm:t>
        <a:bodyPr/>
        <a:lstStyle/>
        <a:p>
          <a:endParaRPr lang="en-US"/>
        </a:p>
      </dgm:t>
    </dgm:pt>
    <dgm:pt modelId="{9520D3E0-99A4-4B32-8522-6D22459C71A4}" type="pres">
      <dgm:prSet presAssocID="{41F39515-02C9-483A-BF8F-4872F0DCE4F1}" presName="Name0" presStyleCnt="0">
        <dgm:presLayoutVars>
          <dgm:chMax/>
          <dgm:chPref/>
          <dgm:dir/>
          <dgm:animLvl val="lvl"/>
        </dgm:presLayoutVars>
      </dgm:prSet>
      <dgm:spPr/>
    </dgm:pt>
    <dgm:pt modelId="{D80C5C0C-D6BE-4C45-B915-5E14E3FA1AAF}" type="pres">
      <dgm:prSet presAssocID="{B4EF4105-40EC-41BD-BC60-53C69289B9AB}" presName="composite" presStyleCnt="0"/>
      <dgm:spPr/>
    </dgm:pt>
    <dgm:pt modelId="{D2C75354-6787-43BB-99C4-C4306ACE590B}" type="pres">
      <dgm:prSet presAssocID="{B4EF4105-40EC-41BD-BC60-53C69289B9A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F1F09B5-ABA9-4A21-94AC-A7190378AE7C}" type="pres">
      <dgm:prSet presAssocID="{B4EF4105-40EC-41BD-BC60-53C69289B9A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8702F64-46D7-4766-8DAF-EBD1414E7A76}" type="pres">
      <dgm:prSet presAssocID="{B4EF4105-40EC-41BD-BC60-53C69289B9AB}" presName="BalanceSpacing" presStyleCnt="0"/>
      <dgm:spPr/>
    </dgm:pt>
    <dgm:pt modelId="{C8A8FD40-C6FB-481F-9F81-92B76B13B356}" type="pres">
      <dgm:prSet presAssocID="{B4EF4105-40EC-41BD-BC60-53C69289B9AB}" presName="BalanceSpacing1" presStyleCnt="0"/>
      <dgm:spPr/>
    </dgm:pt>
    <dgm:pt modelId="{A255AF31-DEF8-4480-BCC5-55E366286A81}" type="pres">
      <dgm:prSet presAssocID="{20CBF992-3798-4FCA-9E2E-8F5A013BD771}" presName="Accent1Text" presStyleLbl="node1" presStyleIdx="1" presStyleCnt="6"/>
      <dgm:spPr/>
    </dgm:pt>
    <dgm:pt modelId="{86D8CD53-3A93-4116-94F8-72FD716C8612}" type="pres">
      <dgm:prSet presAssocID="{20CBF992-3798-4FCA-9E2E-8F5A013BD771}" presName="spaceBetweenRectangles" presStyleCnt="0"/>
      <dgm:spPr/>
    </dgm:pt>
    <dgm:pt modelId="{0FC7EFA6-AF6B-4333-826A-C366927D06DF}" type="pres">
      <dgm:prSet presAssocID="{519EE271-91C7-479A-A765-29FE88482C62}" presName="composite" presStyleCnt="0"/>
      <dgm:spPr/>
    </dgm:pt>
    <dgm:pt modelId="{5CD9922F-690F-4615-9319-05C4E10719FF}" type="pres">
      <dgm:prSet presAssocID="{519EE271-91C7-479A-A765-29FE88482C62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AD59E59-E894-404F-BF47-F98D14ED80FA}" type="pres">
      <dgm:prSet presAssocID="{519EE271-91C7-479A-A765-29FE88482C62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66D4005-FCC0-4442-9A2C-73E4F40F4C9F}" type="pres">
      <dgm:prSet presAssocID="{519EE271-91C7-479A-A765-29FE88482C62}" presName="BalanceSpacing" presStyleCnt="0"/>
      <dgm:spPr/>
    </dgm:pt>
    <dgm:pt modelId="{47B1C2F9-C2BA-4AEB-9581-0DCF133F12BC}" type="pres">
      <dgm:prSet presAssocID="{519EE271-91C7-479A-A765-29FE88482C62}" presName="BalanceSpacing1" presStyleCnt="0"/>
      <dgm:spPr/>
    </dgm:pt>
    <dgm:pt modelId="{61D25DE5-9A1B-45E8-86F7-8D1D5B7EDF68}" type="pres">
      <dgm:prSet presAssocID="{FA64CEE8-EBC0-40FE-8AAB-72340F7F48E7}" presName="Accent1Text" presStyleLbl="node1" presStyleIdx="3" presStyleCnt="6"/>
      <dgm:spPr/>
    </dgm:pt>
    <dgm:pt modelId="{0B1E1181-326E-4798-9507-0EDB6066203A}" type="pres">
      <dgm:prSet presAssocID="{FA64CEE8-EBC0-40FE-8AAB-72340F7F48E7}" presName="spaceBetweenRectangles" presStyleCnt="0"/>
      <dgm:spPr/>
    </dgm:pt>
    <dgm:pt modelId="{C3EEB7DC-BC4C-4463-8F5F-7751241A0D9B}" type="pres">
      <dgm:prSet presAssocID="{17617DB2-2FEC-4C15-97E0-EC78B6B04DE1}" presName="composite" presStyleCnt="0"/>
      <dgm:spPr/>
    </dgm:pt>
    <dgm:pt modelId="{B244E35D-0858-4A36-8B6B-9CFAA4F2C943}" type="pres">
      <dgm:prSet presAssocID="{17617DB2-2FEC-4C15-97E0-EC78B6B04DE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07A02D15-4334-4CA6-B48E-00A34430C42F}" type="pres">
      <dgm:prSet presAssocID="{17617DB2-2FEC-4C15-97E0-EC78B6B04DE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433463E0-74E5-4E5E-947A-0ED92989184F}" type="pres">
      <dgm:prSet presAssocID="{17617DB2-2FEC-4C15-97E0-EC78B6B04DE1}" presName="BalanceSpacing" presStyleCnt="0"/>
      <dgm:spPr/>
    </dgm:pt>
    <dgm:pt modelId="{C42A80E5-DF8D-46BF-8C9E-84F69F8FD511}" type="pres">
      <dgm:prSet presAssocID="{17617DB2-2FEC-4C15-97E0-EC78B6B04DE1}" presName="BalanceSpacing1" presStyleCnt="0"/>
      <dgm:spPr/>
    </dgm:pt>
    <dgm:pt modelId="{4BE0E364-C46D-409A-A987-E15A37DAF1B3}" type="pres">
      <dgm:prSet presAssocID="{883D6DB3-10C3-4FD8-977D-5E33DA721304}" presName="Accent1Text" presStyleLbl="node1" presStyleIdx="5" presStyleCnt="6"/>
      <dgm:spPr/>
    </dgm:pt>
  </dgm:ptLst>
  <dgm:cxnLst>
    <dgm:cxn modelId="{7BA59207-4501-4996-9FE0-84DAC62F0F2A}" type="presOf" srcId="{17617DB2-2FEC-4C15-97E0-EC78B6B04DE1}" destId="{B244E35D-0858-4A36-8B6B-9CFAA4F2C943}" srcOrd="0" destOrd="0" presId="urn:microsoft.com/office/officeart/2008/layout/AlternatingHexagons"/>
    <dgm:cxn modelId="{85CA2E21-36EF-468A-851E-FDE082959145}" type="presOf" srcId="{FA64CEE8-EBC0-40FE-8AAB-72340F7F48E7}" destId="{61D25DE5-9A1B-45E8-86F7-8D1D5B7EDF68}" srcOrd="0" destOrd="0" presId="urn:microsoft.com/office/officeart/2008/layout/AlternatingHexagons"/>
    <dgm:cxn modelId="{DA27BE4C-5D23-4516-885C-1B1A03670F82}" srcId="{41F39515-02C9-483A-BF8F-4872F0DCE4F1}" destId="{519EE271-91C7-479A-A765-29FE88482C62}" srcOrd="1" destOrd="0" parTransId="{23045362-2703-4B12-946A-EBE8E386CA50}" sibTransId="{FA64CEE8-EBC0-40FE-8AAB-72340F7F48E7}"/>
    <dgm:cxn modelId="{42545E53-B706-4754-A8E8-4BFDE09BEF5F}" type="presOf" srcId="{41F39515-02C9-483A-BF8F-4872F0DCE4F1}" destId="{9520D3E0-99A4-4B32-8522-6D22459C71A4}" srcOrd="0" destOrd="0" presId="urn:microsoft.com/office/officeart/2008/layout/AlternatingHexagons"/>
    <dgm:cxn modelId="{3FD88074-BB6F-4EA0-8890-C415FE37E98E}" type="presOf" srcId="{20CBF992-3798-4FCA-9E2E-8F5A013BD771}" destId="{A255AF31-DEF8-4480-BCC5-55E366286A81}" srcOrd="0" destOrd="0" presId="urn:microsoft.com/office/officeart/2008/layout/AlternatingHexagons"/>
    <dgm:cxn modelId="{29855D8A-B5C0-4B82-85E6-E5B587AE6DAE}" type="presOf" srcId="{883D6DB3-10C3-4FD8-977D-5E33DA721304}" destId="{4BE0E364-C46D-409A-A987-E15A37DAF1B3}" srcOrd="0" destOrd="0" presId="urn:microsoft.com/office/officeart/2008/layout/AlternatingHexagons"/>
    <dgm:cxn modelId="{8113D89F-C111-416B-A22D-CBA058D938FE}" type="presOf" srcId="{B4EF4105-40EC-41BD-BC60-53C69289B9AB}" destId="{D2C75354-6787-43BB-99C4-C4306ACE590B}" srcOrd="0" destOrd="0" presId="urn:microsoft.com/office/officeart/2008/layout/AlternatingHexagons"/>
    <dgm:cxn modelId="{DF7C93A5-A755-4A29-9D03-BFB0BCA3398A}" srcId="{41F39515-02C9-483A-BF8F-4872F0DCE4F1}" destId="{17617DB2-2FEC-4C15-97E0-EC78B6B04DE1}" srcOrd="2" destOrd="0" parTransId="{C429DD7B-9D1C-4304-9253-37161FE32121}" sibTransId="{883D6DB3-10C3-4FD8-977D-5E33DA721304}"/>
    <dgm:cxn modelId="{ED77F4BD-E603-4BE3-8399-F397B007C3FE}" srcId="{41F39515-02C9-483A-BF8F-4872F0DCE4F1}" destId="{B4EF4105-40EC-41BD-BC60-53C69289B9AB}" srcOrd="0" destOrd="0" parTransId="{F6AC55D5-E4AE-45DD-95DE-DC7DDFDBB807}" sibTransId="{20CBF992-3798-4FCA-9E2E-8F5A013BD771}"/>
    <dgm:cxn modelId="{C598C5D2-08AE-4462-BE28-731B7036D470}" type="presOf" srcId="{519EE271-91C7-479A-A765-29FE88482C62}" destId="{5CD9922F-690F-4615-9319-05C4E10719FF}" srcOrd="0" destOrd="0" presId="urn:microsoft.com/office/officeart/2008/layout/AlternatingHexagons"/>
    <dgm:cxn modelId="{2FD03363-C966-418F-8921-29164263FC55}" type="presParOf" srcId="{9520D3E0-99A4-4B32-8522-6D22459C71A4}" destId="{D80C5C0C-D6BE-4C45-B915-5E14E3FA1AAF}" srcOrd="0" destOrd="0" presId="urn:microsoft.com/office/officeart/2008/layout/AlternatingHexagons"/>
    <dgm:cxn modelId="{DA9BEA4C-6A19-45A0-ACF0-2934F3B4C623}" type="presParOf" srcId="{D80C5C0C-D6BE-4C45-B915-5E14E3FA1AAF}" destId="{D2C75354-6787-43BB-99C4-C4306ACE590B}" srcOrd="0" destOrd="0" presId="urn:microsoft.com/office/officeart/2008/layout/AlternatingHexagons"/>
    <dgm:cxn modelId="{31128764-E3D8-4F48-814F-45C836977FB2}" type="presParOf" srcId="{D80C5C0C-D6BE-4C45-B915-5E14E3FA1AAF}" destId="{2F1F09B5-ABA9-4A21-94AC-A7190378AE7C}" srcOrd="1" destOrd="0" presId="urn:microsoft.com/office/officeart/2008/layout/AlternatingHexagons"/>
    <dgm:cxn modelId="{1712F255-9A00-4843-91DC-133ACA44575A}" type="presParOf" srcId="{D80C5C0C-D6BE-4C45-B915-5E14E3FA1AAF}" destId="{48702F64-46D7-4766-8DAF-EBD1414E7A76}" srcOrd="2" destOrd="0" presId="urn:microsoft.com/office/officeart/2008/layout/AlternatingHexagons"/>
    <dgm:cxn modelId="{6EFAC505-5D1C-457D-8E12-C7448985D1C6}" type="presParOf" srcId="{D80C5C0C-D6BE-4C45-B915-5E14E3FA1AAF}" destId="{C8A8FD40-C6FB-481F-9F81-92B76B13B356}" srcOrd="3" destOrd="0" presId="urn:microsoft.com/office/officeart/2008/layout/AlternatingHexagons"/>
    <dgm:cxn modelId="{C7C9814F-E739-40F9-B80B-8D0AAA9E2CBA}" type="presParOf" srcId="{D80C5C0C-D6BE-4C45-B915-5E14E3FA1AAF}" destId="{A255AF31-DEF8-4480-BCC5-55E366286A81}" srcOrd="4" destOrd="0" presId="urn:microsoft.com/office/officeart/2008/layout/AlternatingHexagons"/>
    <dgm:cxn modelId="{AB303A76-0236-43C4-9EE8-D7DB4EE595DB}" type="presParOf" srcId="{9520D3E0-99A4-4B32-8522-6D22459C71A4}" destId="{86D8CD53-3A93-4116-94F8-72FD716C8612}" srcOrd="1" destOrd="0" presId="urn:microsoft.com/office/officeart/2008/layout/AlternatingHexagons"/>
    <dgm:cxn modelId="{C75E260B-215F-477A-AEFD-AB2FB5AD8636}" type="presParOf" srcId="{9520D3E0-99A4-4B32-8522-6D22459C71A4}" destId="{0FC7EFA6-AF6B-4333-826A-C366927D06DF}" srcOrd="2" destOrd="0" presId="urn:microsoft.com/office/officeart/2008/layout/AlternatingHexagons"/>
    <dgm:cxn modelId="{027F3D2C-EE06-4A65-9D00-DB0F4A4AAD39}" type="presParOf" srcId="{0FC7EFA6-AF6B-4333-826A-C366927D06DF}" destId="{5CD9922F-690F-4615-9319-05C4E10719FF}" srcOrd="0" destOrd="0" presId="urn:microsoft.com/office/officeart/2008/layout/AlternatingHexagons"/>
    <dgm:cxn modelId="{8660B1EA-A3B2-4851-B9FA-1CE294C4C950}" type="presParOf" srcId="{0FC7EFA6-AF6B-4333-826A-C366927D06DF}" destId="{0AD59E59-E894-404F-BF47-F98D14ED80FA}" srcOrd="1" destOrd="0" presId="urn:microsoft.com/office/officeart/2008/layout/AlternatingHexagons"/>
    <dgm:cxn modelId="{F6699007-8DBD-48A5-9FDA-22E1CC8A6AF8}" type="presParOf" srcId="{0FC7EFA6-AF6B-4333-826A-C366927D06DF}" destId="{566D4005-FCC0-4442-9A2C-73E4F40F4C9F}" srcOrd="2" destOrd="0" presId="urn:microsoft.com/office/officeart/2008/layout/AlternatingHexagons"/>
    <dgm:cxn modelId="{D489E299-BA68-44D0-9470-E362557E739A}" type="presParOf" srcId="{0FC7EFA6-AF6B-4333-826A-C366927D06DF}" destId="{47B1C2F9-C2BA-4AEB-9581-0DCF133F12BC}" srcOrd="3" destOrd="0" presId="urn:microsoft.com/office/officeart/2008/layout/AlternatingHexagons"/>
    <dgm:cxn modelId="{87AD5133-F74C-456F-B95A-AC20A46F2EBE}" type="presParOf" srcId="{0FC7EFA6-AF6B-4333-826A-C366927D06DF}" destId="{61D25DE5-9A1B-45E8-86F7-8D1D5B7EDF68}" srcOrd="4" destOrd="0" presId="urn:microsoft.com/office/officeart/2008/layout/AlternatingHexagons"/>
    <dgm:cxn modelId="{A6EDDE32-D381-4364-AAF9-9EA98E4BBFD6}" type="presParOf" srcId="{9520D3E0-99A4-4B32-8522-6D22459C71A4}" destId="{0B1E1181-326E-4798-9507-0EDB6066203A}" srcOrd="3" destOrd="0" presId="urn:microsoft.com/office/officeart/2008/layout/AlternatingHexagons"/>
    <dgm:cxn modelId="{5F90EE63-684D-4220-A6DC-09DCCD315908}" type="presParOf" srcId="{9520D3E0-99A4-4B32-8522-6D22459C71A4}" destId="{C3EEB7DC-BC4C-4463-8F5F-7751241A0D9B}" srcOrd="4" destOrd="0" presId="urn:microsoft.com/office/officeart/2008/layout/AlternatingHexagons"/>
    <dgm:cxn modelId="{EEE89BD9-9B4D-4B94-B9A0-91BF17EBDC4F}" type="presParOf" srcId="{C3EEB7DC-BC4C-4463-8F5F-7751241A0D9B}" destId="{B244E35D-0858-4A36-8B6B-9CFAA4F2C943}" srcOrd="0" destOrd="0" presId="urn:microsoft.com/office/officeart/2008/layout/AlternatingHexagons"/>
    <dgm:cxn modelId="{869254B8-CCF9-47EE-843F-6414D9E5EBBC}" type="presParOf" srcId="{C3EEB7DC-BC4C-4463-8F5F-7751241A0D9B}" destId="{07A02D15-4334-4CA6-B48E-00A34430C42F}" srcOrd="1" destOrd="0" presId="urn:microsoft.com/office/officeart/2008/layout/AlternatingHexagons"/>
    <dgm:cxn modelId="{C9CF709C-FD3A-4E0C-9937-DBDF9F2499C2}" type="presParOf" srcId="{C3EEB7DC-BC4C-4463-8F5F-7751241A0D9B}" destId="{433463E0-74E5-4E5E-947A-0ED92989184F}" srcOrd="2" destOrd="0" presId="urn:microsoft.com/office/officeart/2008/layout/AlternatingHexagons"/>
    <dgm:cxn modelId="{2CD20615-C0AE-4420-BD7C-EE8B58EC7B55}" type="presParOf" srcId="{C3EEB7DC-BC4C-4463-8F5F-7751241A0D9B}" destId="{C42A80E5-DF8D-46BF-8C9E-84F69F8FD511}" srcOrd="3" destOrd="0" presId="urn:microsoft.com/office/officeart/2008/layout/AlternatingHexagons"/>
    <dgm:cxn modelId="{FA8B9452-F3A6-4072-A1E7-A2D02C60473F}" type="presParOf" srcId="{C3EEB7DC-BC4C-4463-8F5F-7751241A0D9B}" destId="{4BE0E364-C46D-409A-A987-E15A37DAF1B3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1EDAB6-B753-489D-9F2D-5325F620A6F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5488AAF-1766-42E3-8D56-BB896F6B6367}">
      <dgm:prSet/>
      <dgm:spPr/>
      <dgm:t>
        <a:bodyPr/>
        <a:lstStyle/>
        <a:p>
          <a:pPr>
            <a:defRPr cap="all"/>
          </a:pPr>
          <a:r>
            <a:rPr lang="en-US"/>
            <a:t>Register and search jobs.</a:t>
          </a:r>
        </a:p>
      </dgm:t>
    </dgm:pt>
    <dgm:pt modelId="{B64CE08D-0260-4032-815D-F5D2A195F590}" type="parTrans" cxnId="{2EF95E05-B804-43C4-85B7-7440786FDDE7}">
      <dgm:prSet/>
      <dgm:spPr/>
      <dgm:t>
        <a:bodyPr/>
        <a:lstStyle/>
        <a:p>
          <a:endParaRPr lang="en-US"/>
        </a:p>
      </dgm:t>
    </dgm:pt>
    <dgm:pt modelId="{42413EAA-56FA-49CA-BB22-B43FB740A437}" type="sibTrans" cxnId="{2EF95E05-B804-43C4-85B7-7440786FDDE7}">
      <dgm:prSet/>
      <dgm:spPr/>
      <dgm:t>
        <a:bodyPr/>
        <a:lstStyle/>
        <a:p>
          <a:endParaRPr lang="en-US"/>
        </a:p>
      </dgm:t>
    </dgm:pt>
    <dgm:pt modelId="{BFF65CFB-424C-4AD1-B639-197CE2799228}">
      <dgm:prSet/>
      <dgm:spPr/>
      <dgm:t>
        <a:bodyPr/>
        <a:lstStyle/>
        <a:p>
          <a:pPr>
            <a:defRPr cap="all"/>
          </a:pPr>
          <a:r>
            <a:rPr lang="en-US"/>
            <a:t>Apply to offers with resume.</a:t>
          </a:r>
        </a:p>
      </dgm:t>
    </dgm:pt>
    <dgm:pt modelId="{A790513C-70D8-4470-B380-85E0E4483E64}" type="parTrans" cxnId="{6FD7F640-601C-41D9-AA74-AF0E84CF8C3B}">
      <dgm:prSet/>
      <dgm:spPr/>
      <dgm:t>
        <a:bodyPr/>
        <a:lstStyle/>
        <a:p>
          <a:endParaRPr lang="en-US"/>
        </a:p>
      </dgm:t>
    </dgm:pt>
    <dgm:pt modelId="{A4516908-E042-4010-A5E1-6429B2E18A9D}" type="sibTrans" cxnId="{6FD7F640-601C-41D9-AA74-AF0E84CF8C3B}">
      <dgm:prSet/>
      <dgm:spPr/>
      <dgm:t>
        <a:bodyPr/>
        <a:lstStyle/>
        <a:p>
          <a:endParaRPr lang="en-US"/>
        </a:p>
      </dgm:t>
    </dgm:pt>
    <dgm:pt modelId="{AB28FEB0-3B1C-4434-8DAA-CFD7E19283D9}">
      <dgm:prSet/>
      <dgm:spPr/>
      <dgm:t>
        <a:bodyPr/>
        <a:lstStyle/>
        <a:p>
          <a:pPr>
            <a:defRPr cap="all"/>
          </a:pPr>
          <a:r>
            <a:rPr lang="en-US"/>
            <a:t>Track application status.</a:t>
          </a:r>
        </a:p>
      </dgm:t>
    </dgm:pt>
    <dgm:pt modelId="{7B3514F9-6F2D-47B7-AED9-70783B4ABBB5}" type="parTrans" cxnId="{97CFC862-89A9-4920-9204-BC4A9BF99EA1}">
      <dgm:prSet/>
      <dgm:spPr/>
      <dgm:t>
        <a:bodyPr/>
        <a:lstStyle/>
        <a:p>
          <a:endParaRPr lang="en-US"/>
        </a:p>
      </dgm:t>
    </dgm:pt>
    <dgm:pt modelId="{F0EFC9C3-C509-4CAE-BBD6-E178F081812C}" type="sibTrans" cxnId="{97CFC862-89A9-4920-9204-BC4A9BF99EA1}">
      <dgm:prSet/>
      <dgm:spPr/>
      <dgm:t>
        <a:bodyPr/>
        <a:lstStyle/>
        <a:p>
          <a:endParaRPr lang="en-US"/>
        </a:p>
      </dgm:t>
    </dgm:pt>
    <dgm:pt modelId="{8A88D799-C5F7-4E59-8E79-251844C99828}" type="pres">
      <dgm:prSet presAssocID="{201EDAB6-B753-489D-9F2D-5325F620A6F0}" presName="root" presStyleCnt="0">
        <dgm:presLayoutVars>
          <dgm:dir/>
          <dgm:resizeHandles val="exact"/>
        </dgm:presLayoutVars>
      </dgm:prSet>
      <dgm:spPr/>
    </dgm:pt>
    <dgm:pt modelId="{0F04DE5F-25CE-4B3F-8C90-596C8CE941DD}" type="pres">
      <dgm:prSet presAssocID="{B5488AAF-1766-42E3-8D56-BB896F6B6367}" presName="compNode" presStyleCnt="0"/>
      <dgm:spPr/>
    </dgm:pt>
    <dgm:pt modelId="{F80A2E22-CEDB-484B-BBFC-E854784E4BF1}" type="pres">
      <dgm:prSet presAssocID="{B5488AAF-1766-42E3-8D56-BB896F6B6367}" presName="iconBgRect" presStyleLbl="bgShp" presStyleIdx="0" presStyleCnt="3"/>
      <dgm:spPr/>
    </dgm:pt>
    <dgm:pt modelId="{502CB1E6-C842-47CA-8A13-DAAF91DC9B7A}" type="pres">
      <dgm:prSet presAssocID="{B5488AAF-1766-42E3-8D56-BB896F6B63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07F4C0FA-16CF-48C0-9917-2C88F4449E54}" type="pres">
      <dgm:prSet presAssocID="{B5488AAF-1766-42E3-8D56-BB896F6B6367}" presName="spaceRect" presStyleCnt="0"/>
      <dgm:spPr/>
    </dgm:pt>
    <dgm:pt modelId="{BBD78543-CA60-491E-92F6-C4C184D9AB06}" type="pres">
      <dgm:prSet presAssocID="{B5488AAF-1766-42E3-8D56-BB896F6B6367}" presName="textRect" presStyleLbl="revTx" presStyleIdx="0" presStyleCnt="3">
        <dgm:presLayoutVars>
          <dgm:chMax val="1"/>
          <dgm:chPref val="1"/>
        </dgm:presLayoutVars>
      </dgm:prSet>
      <dgm:spPr/>
    </dgm:pt>
    <dgm:pt modelId="{AC6C3251-540A-4E1C-BFF5-B7F2DF7BAF6E}" type="pres">
      <dgm:prSet presAssocID="{42413EAA-56FA-49CA-BB22-B43FB740A437}" presName="sibTrans" presStyleCnt="0"/>
      <dgm:spPr/>
    </dgm:pt>
    <dgm:pt modelId="{E5306CE4-5424-4D53-B242-FA93CEEA24B3}" type="pres">
      <dgm:prSet presAssocID="{BFF65CFB-424C-4AD1-B639-197CE2799228}" presName="compNode" presStyleCnt="0"/>
      <dgm:spPr/>
    </dgm:pt>
    <dgm:pt modelId="{B507137D-E160-4F4F-8134-FB5AB0F968D0}" type="pres">
      <dgm:prSet presAssocID="{BFF65CFB-424C-4AD1-B639-197CE2799228}" presName="iconBgRect" presStyleLbl="bgShp" presStyleIdx="1" presStyleCnt="3"/>
      <dgm:spPr/>
    </dgm:pt>
    <dgm:pt modelId="{943F8E97-BB9E-44C9-AF93-D14DBF01EC6E}" type="pres">
      <dgm:prSet presAssocID="{BFF65CFB-424C-4AD1-B639-197CE27992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0ACB0CCE-179A-49CE-B6FB-12D4388B2922}" type="pres">
      <dgm:prSet presAssocID="{BFF65CFB-424C-4AD1-B639-197CE2799228}" presName="spaceRect" presStyleCnt="0"/>
      <dgm:spPr/>
    </dgm:pt>
    <dgm:pt modelId="{BFC8B1D7-1F07-4800-824E-BF02336355BC}" type="pres">
      <dgm:prSet presAssocID="{BFF65CFB-424C-4AD1-B639-197CE2799228}" presName="textRect" presStyleLbl="revTx" presStyleIdx="1" presStyleCnt="3">
        <dgm:presLayoutVars>
          <dgm:chMax val="1"/>
          <dgm:chPref val="1"/>
        </dgm:presLayoutVars>
      </dgm:prSet>
      <dgm:spPr/>
    </dgm:pt>
    <dgm:pt modelId="{12C7F082-1E6F-4113-BEB3-09A3F68206C8}" type="pres">
      <dgm:prSet presAssocID="{A4516908-E042-4010-A5E1-6429B2E18A9D}" presName="sibTrans" presStyleCnt="0"/>
      <dgm:spPr/>
    </dgm:pt>
    <dgm:pt modelId="{EC8BC93E-4B97-4280-834F-2CCCF3158BC1}" type="pres">
      <dgm:prSet presAssocID="{AB28FEB0-3B1C-4434-8DAA-CFD7E19283D9}" presName="compNode" presStyleCnt="0"/>
      <dgm:spPr/>
    </dgm:pt>
    <dgm:pt modelId="{5F2FCB52-1B36-4023-8CF1-E0E16301F217}" type="pres">
      <dgm:prSet presAssocID="{AB28FEB0-3B1C-4434-8DAA-CFD7E19283D9}" presName="iconBgRect" presStyleLbl="bgShp" presStyleIdx="2" presStyleCnt="3"/>
      <dgm:spPr/>
    </dgm:pt>
    <dgm:pt modelId="{C560D856-8E7E-4758-8129-46A164A1EBB2}" type="pres">
      <dgm:prSet presAssocID="{AB28FEB0-3B1C-4434-8DAA-CFD7E19283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DB8B244B-AE30-42B0-B89F-9B93337424AC}" type="pres">
      <dgm:prSet presAssocID="{AB28FEB0-3B1C-4434-8DAA-CFD7E19283D9}" presName="spaceRect" presStyleCnt="0"/>
      <dgm:spPr/>
    </dgm:pt>
    <dgm:pt modelId="{21866650-9F7A-4925-A221-510EB01C2CB1}" type="pres">
      <dgm:prSet presAssocID="{AB28FEB0-3B1C-4434-8DAA-CFD7E19283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F95E05-B804-43C4-85B7-7440786FDDE7}" srcId="{201EDAB6-B753-489D-9F2D-5325F620A6F0}" destId="{B5488AAF-1766-42E3-8D56-BB896F6B6367}" srcOrd="0" destOrd="0" parTransId="{B64CE08D-0260-4032-815D-F5D2A195F590}" sibTransId="{42413EAA-56FA-49CA-BB22-B43FB740A437}"/>
    <dgm:cxn modelId="{6FD7F640-601C-41D9-AA74-AF0E84CF8C3B}" srcId="{201EDAB6-B753-489D-9F2D-5325F620A6F0}" destId="{BFF65CFB-424C-4AD1-B639-197CE2799228}" srcOrd="1" destOrd="0" parTransId="{A790513C-70D8-4470-B380-85E0E4483E64}" sibTransId="{A4516908-E042-4010-A5E1-6429B2E18A9D}"/>
    <dgm:cxn modelId="{97CFC862-89A9-4920-9204-BC4A9BF99EA1}" srcId="{201EDAB6-B753-489D-9F2D-5325F620A6F0}" destId="{AB28FEB0-3B1C-4434-8DAA-CFD7E19283D9}" srcOrd="2" destOrd="0" parTransId="{7B3514F9-6F2D-47B7-AED9-70783B4ABBB5}" sibTransId="{F0EFC9C3-C509-4CAE-BBD6-E178F081812C}"/>
    <dgm:cxn modelId="{D0250271-6987-47D4-8107-A816B1BF9DE4}" type="presOf" srcId="{BFF65CFB-424C-4AD1-B639-197CE2799228}" destId="{BFC8B1D7-1F07-4800-824E-BF02336355BC}" srcOrd="0" destOrd="0" presId="urn:microsoft.com/office/officeart/2018/5/layout/IconCircleLabelList"/>
    <dgm:cxn modelId="{D257D992-8139-4C16-83FB-16A43F81ADE3}" type="presOf" srcId="{AB28FEB0-3B1C-4434-8DAA-CFD7E19283D9}" destId="{21866650-9F7A-4925-A221-510EB01C2CB1}" srcOrd="0" destOrd="0" presId="urn:microsoft.com/office/officeart/2018/5/layout/IconCircleLabelList"/>
    <dgm:cxn modelId="{DDC8C6EC-E63A-42E7-8109-21EAC3F8669A}" type="presOf" srcId="{201EDAB6-B753-489D-9F2D-5325F620A6F0}" destId="{8A88D799-C5F7-4E59-8E79-251844C99828}" srcOrd="0" destOrd="0" presId="urn:microsoft.com/office/officeart/2018/5/layout/IconCircleLabelList"/>
    <dgm:cxn modelId="{C4CF11ED-13F1-41FA-93EC-2B79E14E5178}" type="presOf" srcId="{B5488AAF-1766-42E3-8D56-BB896F6B6367}" destId="{BBD78543-CA60-491E-92F6-C4C184D9AB06}" srcOrd="0" destOrd="0" presId="urn:microsoft.com/office/officeart/2018/5/layout/IconCircleLabelList"/>
    <dgm:cxn modelId="{23478493-AAD3-41FE-B1D8-7C97EA51FC6F}" type="presParOf" srcId="{8A88D799-C5F7-4E59-8E79-251844C99828}" destId="{0F04DE5F-25CE-4B3F-8C90-596C8CE941DD}" srcOrd="0" destOrd="0" presId="urn:microsoft.com/office/officeart/2018/5/layout/IconCircleLabelList"/>
    <dgm:cxn modelId="{44D214C0-5882-4EB2-B0F1-49752A9A4DCE}" type="presParOf" srcId="{0F04DE5F-25CE-4B3F-8C90-596C8CE941DD}" destId="{F80A2E22-CEDB-484B-BBFC-E854784E4BF1}" srcOrd="0" destOrd="0" presId="urn:microsoft.com/office/officeart/2018/5/layout/IconCircleLabelList"/>
    <dgm:cxn modelId="{D6DCBDD4-07ED-4EF1-A54A-0E8290E40389}" type="presParOf" srcId="{0F04DE5F-25CE-4B3F-8C90-596C8CE941DD}" destId="{502CB1E6-C842-47CA-8A13-DAAF91DC9B7A}" srcOrd="1" destOrd="0" presId="urn:microsoft.com/office/officeart/2018/5/layout/IconCircleLabelList"/>
    <dgm:cxn modelId="{9E2DF62E-F4FC-4C38-86E9-A7925314EC40}" type="presParOf" srcId="{0F04DE5F-25CE-4B3F-8C90-596C8CE941DD}" destId="{07F4C0FA-16CF-48C0-9917-2C88F4449E54}" srcOrd="2" destOrd="0" presId="urn:microsoft.com/office/officeart/2018/5/layout/IconCircleLabelList"/>
    <dgm:cxn modelId="{9B9FC0A7-F71D-4916-AC88-2D05C81CD6C1}" type="presParOf" srcId="{0F04DE5F-25CE-4B3F-8C90-596C8CE941DD}" destId="{BBD78543-CA60-491E-92F6-C4C184D9AB06}" srcOrd="3" destOrd="0" presId="urn:microsoft.com/office/officeart/2018/5/layout/IconCircleLabelList"/>
    <dgm:cxn modelId="{2C4EC7AC-1D90-409D-BD30-4C868075252F}" type="presParOf" srcId="{8A88D799-C5F7-4E59-8E79-251844C99828}" destId="{AC6C3251-540A-4E1C-BFF5-B7F2DF7BAF6E}" srcOrd="1" destOrd="0" presId="urn:microsoft.com/office/officeart/2018/5/layout/IconCircleLabelList"/>
    <dgm:cxn modelId="{60B20865-5B8B-4206-AEC6-6196C575FA07}" type="presParOf" srcId="{8A88D799-C5F7-4E59-8E79-251844C99828}" destId="{E5306CE4-5424-4D53-B242-FA93CEEA24B3}" srcOrd="2" destOrd="0" presId="urn:microsoft.com/office/officeart/2018/5/layout/IconCircleLabelList"/>
    <dgm:cxn modelId="{F3B5B4EE-1F4D-4532-982C-C7FF0C8E2FB0}" type="presParOf" srcId="{E5306CE4-5424-4D53-B242-FA93CEEA24B3}" destId="{B507137D-E160-4F4F-8134-FB5AB0F968D0}" srcOrd="0" destOrd="0" presId="urn:microsoft.com/office/officeart/2018/5/layout/IconCircleLabelList"/>
    <dgm:cxn modelId="{1868A043-1AB0-4239-BE55-89EBE3EC645A}" type="presParOf" srcId="{E5306CE4-5424-4D53-B242-FA93CEEA24B3}" destId="{943F8E97-BB9E-44C9-AF93-D14DBF01EC6E}" srcOrd="1" destOrd="0" presId="urn:microsoft.com/office/officeart/2018/5/layout/IconCircleLabelList"/>
    <dgm:cxn modelId="{6A8F75D0-BB43-46B3-AE6E-8F81D348EE9E}" type="presParOf" srcId="{E5306CE4-5424-4D53-B242-FA93CEEA24B3}" destId="{0ACB0CCE-179A-49CE-B6FB-12D4388B2922}" srcOrd="2" destOrd="0" presId="urn:microsoft.com/office/officeart/2018/5/layout/IconCircleLabelList"/>
    <dgm:cxn modelId="{36D21CFB-2408-474E-8E61-D16ABF8F71F1}" type="presParOf" srcId="{E5306CE4-5424-4D53-B242-FA93CEEA24B3}" destId="{BFC8B1D7-1F07-4800-824E-BF02336355BC}" srcOrd="3" destOrd="0" presId="urn:microsoft.com/office/officeart/2018/5/layout/IconCircleLabelList"/>
    <dgm:cxn modelId="{ABE48A58-2701-4961-8980-8B93B7650AF1}" type="presParOf" srcId="{8A88D799-C5F7-4E59-8E79-251844C99828}" destId="{12C7F082-1E6F-4113-BEB3-09A3F68206C8}" srcOrd="3" destOrd="0" presId="urn:microsoft.com/office/officeart/2018/5/layout/IconCircleLabelList"/>
    <dgm:cxn modelId="{B890ED3E-9FB7-4986-AB7B-5AF75ADEF199}" type="presParOf" srcId="{8A88D799-C5F7-4E59-8E79-251844C99828}" destId="{EC8BC93E-4B97-4280-834F-2CCCF3158BC1}" srcOrd="4" destOrd="0" presId="urn:microsoft.com/office/officeart/2018/5/layout/IconCircleLabelList"/>
    <dgm:cxn modelId="{4583AC5C-72FC-487A-99B1-468DD63508A4}" type="presParOf" srcId="{EC8BC93E-4B97-4280-834F-2CCCF3158BC1}" destId="{5F2FCB52-1B36-4023-8CF1-E0E16301F217}" srcOrd="0" destOrd="0" presId="urn:microsoft.com/office/officeart/2018/5/layout/IconCircleLabelList"/>
    <dgm:cxn modelId="{FAD8439F-06BA-427D-8F66-A561BC3CD623}" type="presParOf" srcId="{EC8BC93E-4B97-4280-834F-2CCCF3158BC1}" destId="{C560D856-8E7E-4758-8129-46A164A1EBB2}" srcOrd="1" destOrd="0" presId="urn:microsoft.com/office/officeart/2018/5/layout/IconCircleLabelList"/>
    <dgm:cxn modelId="{CC64CC23-854C-4730-A5D7-F851C423BAD2}" type="presParOf" srcId="{EC8BC93E-4B97-4280-834F-2CCCF3158BC1}" destId="{DB8B244B-AE30-42B0-B89F-9B93337424AC}" srcOrd="2" destOrd="0" presId="urn:microsoft.com/office/officeart/2018/5/layout/IconCircleLabelList"/>
    <dgm:cxn modelId="{7B008936-760D-4460-A0DA-17135157BF73}" type="presParOf" srcId="{EC8BC93E-4B97-4280-834F-2CCCF3158BC1}" destId="{21866650-9F7A-4925-A221-510EB01C2CB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D536D5-3FAF-4A3A-B46F-9E3E4C3F61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0349CD-7792-40B7-8BD2-99A50F30784A}">
      <dgm:prSet/>
      <dgm:spPr/>
      <dgm:t>
        <a:bodyPr/>
        <a:lstStyle/>
        <a:p>
          <a:r>
            <a:rPr lang="en-US"/>
            <a:t>Complete solution for online job management.</a:t>
          </a:r>
        </a:p>
      </dgm:t>
    </dgm:pt>
    <dgm:pt modelId="{C5E6824F-5FD9-41E8-9450-92D829B5AE9E}" type="parTrans" cxnId="{79AE667F-B87D-47E3-9011-A752848B2A95}">
      <dgm:prSet/>
      <dgm:spPr/>
      <dgm:t>
        <a:bodyPr/>
        <a:lstStyle/>
        <a:p>
          <a:endParaRPr lang="en-US"/>
        </a:p>
      </dgm:t>
    </dgm:pt>
    <dgm:pt modelId="{FBE10ACE-1DAD-49B3-B8E7-F2208B62220E}" type="sibTrans" cxnId="{79AE667F-B87D-47E3-9011-A752848B2A95}">
      <dgm:prSet/>
      <dgm:spPr/>
      <dgm:t>
        <a:bodyPr/>
        <a:lstStyle/>
        <a:p>
          <a:endParaRPr lang="en-US"/>
        </a:p>
      </dgm:t>
    </dgm:pt>
    <dgm:pt modelId="{D4E860A0-F2CC-453A-9799-314BCAE5D9D3}">
      <dgm:prSet/>
      <dgm:spPr/>
      <dgm:t>
        <a:bodyPr/>
        <a:lstStyle/>
        <a:p>
          <a:r>
            <a:rPr lang="en-US"/>
            <a:t>Easy and secure deployment with Docker and Nginx.</a:t>
          </a:r>
        </a:p>
      </dgm:t>
    </dgm:pt>
    <dgm:pt modelId="{10DB227B-0AAB-445C-B2CC-54D6A53BDEC4}" type="parTrans" cxnId="{48027899-5344-4877-AF54-83D67365C0FB}">
      <dgm:prSet/>
      <dgm:spPr/>
      <dgm:t>
        <a:bodyPr/>
        <a:lstStyle/>
        <a:p>
          <a:endParaRPr lang="en-US"/>
        </a:p>
      </dgm:t>
    </dgm:pt>
    <dgm:pt modelId="{3000117F-4E2C-4F88-A150-98C54C6E527B}" type="sibTrans" cxnId="{48027899-5344-4877-AF54-83D67365C0FB}">
      <dgm:prSet/>
      <dgm:spPr/>
      <dgm:t>
        <a:bodyPr/>
        <a:lstStyle/>
        <a:p>
          <a:endParaRPr lang="en-US"/>
        </a:p>
      </dgm:t>
    </dgm:pt>
    <dgm:pt modelId="{6C7EC16E-4088-4A0D-A2FD-21EFB63AE80F}">
      <dgm:prSet/>
      <dgm:spPr/>
      <dgm:t>
        <a:bodyPr/>
        <a:lstStyle/>
        <a:p>
          <a:r>
            <a:rPr lang="en-US"/>
            <a:t>Thank you!</a:t>
          </a:r>
        </a:p>
      </dgm:t>
    </dgm:pt>
    <dgm:pt modelId="{EBC8F45A-492F-4E9B-9732-91E3002AFC3F}" type="parTrans" cxnId="{86BF0C7A-176B-4066-9804-4CB5EC76FB01}">
      <dgm:prSet/>
      <dgm:spPr/>
      <dgm:t>
        <a:bodyPr/>
        <a:lstStyle/>
        <a:p>
          <a:endParaRPr lang="en-US"/>
        </a:p>
      </dgm:t>
    </dgm:pt>
    <dgm:pt modelId="{6DDA79E0-58D3-46A2-9A63-D5118ADDEFE5}" type="sibTrans" cxnId="{86BF0C7A-176B-4066-9804-4CB5EC76FB01}">
      <dgm:prSet/>
      <dgm:spPr/>
      <dgm:t>
        <a:bodyPr/>
        <a:lstStyle/>
        <a:p>
          <a:endParaRPr lang="en-US"/>
        </a:p>
      </dgm:t>
    </dgm:pt>
    <dgm:pt modelId="{F5D3DBBB-DE41-4794-9296-CCE42756835A}" type="pres">
      <dgm:prSet presAssocID="{DED536D5-3FAF-4A3A-B46F-9E3E4C3F615E}" presName="root" presStyleCnt="0">
        <dgm:presLayoutVars>
          <dgm:dir/>
          <dgm:resizeHandles val="exact"/>
        </dgm:presLayoutVars>
      </dgm:prSet>
      <dgm:spPr/>
    </dgm:pt>
    <dgm:pt modelId="{5B8691F0-5392-4FFE-B571-0071147C1D0D}" type="pres">
      <dgm:prSet presAssocID="{AE0349CD-7792-40B7-8BD2-99A50F30784A}" presName="compNode" presStyleCnt="0"/>
      <dgm:spPr/>
    </dgm:pt>
    <dgm:pt modelId="{9BBD9FEE-3FCD-4FF5-9DB1-1FD48DE82634}" type="pres">
      <dgm:prSet presAssocID="{AE0349CD-7792-40B7-8BD2-99A50F3078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3E6F9B5C-8154-4189-B75D-B01F672E3F72}" type="pres">
      <dgm:prSet presAssocID="{AE0349CD-7792-40B7-8BD2-99A50F30784A}" presName="spaceRect" presStyleCnt="0"/>
      <dgm:spPr/>
    </dgm:pt>
    <dgm:pt modelId="{69952E8E-B677-4B86-BA0F-C7F7194836A4}" type="pres">
      <dgm:prSet presAssocID="{AE0349CD-7792-40B7-8BD2-99A50F30784A}" presName="textRect" presStyleLbl="revTx" presStyleIdx="0" presStyleCnt="3">
        <dgm:presLayoutVars>
          <dgm:chMax val="1"/>
          <dgm:chPref val="1"/>
        </dgm:presLayoutVars>
      </dgm:prSet>
      <dgm:spPr/>
    </dgm:pt>
    <dgm:pt modelId="{F76E576B-41AA-43AC-9377-1525261FFCA5}" type="pres">
      <dgm:prSet presAssocID="{FBE10ACE-1DAD-49B3-B8E7-F2208B62220E}" presName="sibTrans" presStyleCnt="0"/>
      <dgm:spPr/>
    </dgm:pt>
    <dgm:pt modelId="{84CB8B6E-0CC7-4958-AFAC-B55FA2C9ED90}" type="pres">
      <dgm:prSet presAssocID="{D4E860A0-F2CC-453A-9799-314BCAE5D9D3}" presName="compNode" presStyleCnt="0"/>
      <dgm:spPr/>
    </dgm:pt>
    <dgm:pt modelId="{124FC8FE-ABF4-433F-A3E6-3ECB7AC902CD}" type="pres">
      <dgm:prSet presAssocID="{D4E860A0-F2CC-453A-9799-314BCAE5D9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F0F8DDA3-2564-4F08-BBA3-334126C3223B}" type="pres">
      <dgm:prSet presAssocID="{D4E860A0-F2CC-453A-9799-314BCAE5D9D3}" presName="spaceRect" presStyleCnt="0"/>
      <dgm:spPr/>
    </dgm:pt>
    <dgm:pt modelId="{B5122434-72FC-4E84-8216-E0BE997365BE}" type="pres">
      <dgm:prSet presAssocID="{D4E860A0-F2CC-453A-9799-314BCAE5D9D3}" presName="textRect" presStyleLbl="revTx" presStyleIdx="1" presStyleCnt="3">
        <dgm:presLayoutVars>
          <dgm:chMax val="1"/>
          <dgm:chPref val="1"/>
        </dgm:presLayoutVars>
      </dgm:prSet>
      <dgm:spPr/>
    </dgm:pt>
    <dgm:pt modelId="{170A2A14-A3D2-4CC8-9D51-5E54278905E0}" type="pres">
      <dgm:prSet presAssocID="{3000117F-4E2C-4F88-A150-98C54C6E527B}" presName="sibTrans" presStyleCnt="0"/>
      <dgm:spPr/>
    </dgm:pt>
    <dgm:pt modelId="{DA8BFB3F-223B-4490-BE7C-2B3428D090FF}" type="pres">
      <dgm:prSet presAssocID="{6C7EC16E-4088-4A0D-A2FD-21EFB63AE80F}" presName="compNode" presStyleCnt="0"/>
      <dgm:spPr/>
    </dgm:pt>
    <dgm:pt modelId="{4A00D3C1-FA90-4265-9CDB-F9CA73BB716B}" type="pres">
      <dgm:prSet presAssocID="{6C7EC16E-4088-4A0D-A2FD-21EFB63AE8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C40CAF67-8515-451D-A618-A2197130016D}" type="pres">
      <dgm:prSet presAssocID="{6C7EC16E-4088-4A0D-A2FD-21EFB63AE80F}" presName="spaceRect" presStyleCnt="0"/>
      <dgm:spPr/>
    </dgm:pt>
    <dgm:pt modelId="{68243001-94BF-4803-8DF8-DE0826CB20B3}" type="pres">
      <dgm:prSet presAssocID="{6C7EC16E-4088-4A0D-A2FD-21EFB63AE80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1038C20-0728-4CD0-8E4A-6E36C5D96BD3}" type="presOf" srcId="{DED536D5-3FAF-4A3A-B46F-9E3E4C3F615E}" destId="{F5D3DBBB-DE41-4794-9296-CCE42756835A}" srcOrd="0" destOrd="0" presId="urn:microsoft.com/office/officeart/2018/2/layout/IconLabelList"/>
    <dgm:cxn modelId="{86BF0C7A-176B-4066-9804-4CB5EC76FB01}" srcId="{DED536D5-3FAF-4A3A-B46F-9E3E4C3F615E}" destId="{6C7EC16E-4088-4A0D-A2FD-21EFB63AE80F}" srcOrd="2" destOrd="0" parTransId="{EBC8F45A-492F-4E9B-9732-91E3002AFC3F}" sibTransId="{6DDA79E0-58D3-46A2-9A63-D5118ADDEFE5}"/>
    <dgm:cxn modelId="{79AE667F-B87D-47E3-9011-A752848B2A95}" srcId="{DED536D5-3FAF-4A3A-B46F-9E3E4C3F615E}" destId="{AE0349CD-7792-40B7-8BD2-99A50F30784A}" srcOrd="0" destOrd="0" parTransId="{C5E6824F-5FD9-41E8-9450-92D829B5AE9E}" sibTransId="{FBE10ACE-1DAD-49B3-B8E7-F2208B62220E}"/>
    <dgm:cxn modelId="{48027899-5344-4877-AF54-83D67365C0FB}" srcId="{DED536D5-3FAF-4A3A-B46F-9E3E4C3F615E}" destId="{D4E860A0-F2CC-453A-9799-314BCAE5D9D3}" srcOrd="1" destOrd="0" parTransId="{10DB227B-0AAB-445C-B2CC-54D6A53BDEC4}" sibTransId="{3000117F-4E2C-4F88-A150-98C54C6E527B}"/>
    <dgm:cxn modelId="{81506EA5-2F11-4B05-BA56-454B71607EA0}" type="presOf" srcId="{D4E860A0-F2CC-453A-9799-314BCAE5D9D3}" destId="{B5122434-72FC-4E84-8216-E0BE997365BE}" srcOrd="0" destOrd="0" presId="urn:microsoft.com/office/officeart/2018/2/layout/IconLabelList"/>
    <dgm:cxn modelId="{54312CF6-F114-412F-B6B6-611EAF52C455}" type="presOf" srcId="{AE0349CD-7792-40B7-8BD2-99A50F30784A}" destId="{69952E8E-B677-4B86-BA0F-C7F7194836A4}" srcOrd="0" destOrd="0" presId="urn:microsoft.com/office/officeart/2018/2/layout/IconLabelList"/>
    <dgm:cxn modelId="{1A34FEF6-DA70-4F1C-A4D8-4D666CFD782C}" type="presOf" srcId="{6C7EC16E-4088-4A0D-A2FD-21EFB63AE80F}" destId="{68243001-94BF-4803-8DF8-DE0826CB20B3}" srcOrd="0" destOrd="0" presId="urn:microsoft.com/office/officeart/2018/2/layout/IconLabelList"/>
    <dgm:cxn modelId="{08419CDE-5283-4D71-81B9-6A79FE08AA3A}" type="presParOf" srcId="{F5D3DBBB-DE41-4794-9296-CCE42756835A}" destId="{5B8691F0-5392-4FFE-B571-0071147C1D0D}" srcOrd="0" destOrd="0" presId="urn:microsoft.com/office/officeart/2018/2/layout/IconLabelList"/>
    <dgm:cxn modelId="{D16E2553-0DAE-4503-A5C9-2D5A0AB57DDB}" type="presParOf" srcId="{5B8691F0-5392-4FFE-B571-0071147C1D0D}" destId="{9BBD9FEE-3FCD-4FF5-9DB1-1FD48DE82634}" srcOrd="0" destOrd="0" presId="urn:microsoft.com/office/officeart/2018/2/layout/IconLabelList"/>
    <dgm:cxn modelId="{1700B4B5-C6DE-45CB-B9C3-F8731579E1CD}" type="presParOf" srcId="{5B8691F0-5392-4FFE-B571-0071147C1D0D}" destId="{3E6F9B5C-8154-4189-B75D-B01F672E3F72}" srcOrd="1" destOrd="0" presId="urn:microsoft.com/office/officeart/2018/2/layout/IconLabelList"/>
    <dgm:cxn modelId="{E837E041-AAB8-48A6-9DAA-B8B89E5247F1}" type="presParOf" srcId="{5B8691F0-5392-4FFE-B571-0071147C1D0D}" destId="{69952E8E-B677-4B86-BA0F-C7F7194836A4}" srcOrd="2" destOrd="0" presId="urn:microsoft.com/office/officeart/2018/2/layout/IconLabelList"/>
    <dgm:cxn modelId="{5FE6986D-E3BD-44BD-B351-F5146FA2CA05}" type="presParOf" srcId="{F5D3DBBB-DE41-4794-9296-CCE42756835A}" destId="{F76E576B-41AA-43AC-9377-1525261FFCA5}" srcOrd="1" destOrd="0" presId="urn:microsoft.com/office/officeart/2018/2/layout/IconLabelList"/>
    <dgm:cxn modelId="{3C94B24B-251D-4A26-BBB0-D09E6A37BD1F}" type="presParOf" srcId="{F5D3DBBB-DE41-4794-9296-CCE42756835A}" destId="{84CB8B6E-0CC7-4958-AFAC-B55FA2C9ED90}" srcOrd="2" destOrd="0" presId="urn:microsoft.com/office/officeart/2018/2/layout/IconLabelList"/>
    <dgm:cxn modelId="{0EE6E7DA-612B-48B7-98F1-AA5F1B6ED208}" type="presParOf" srcId="{84CB8B6E-0CC7-4958-AFAC-B55FA2C9ED90}" destId="{124FC8FE-ABF4-433F-A3E6-3ECB7AC902CD}" srcOrd="0" destOrd="0" presId="urn:microsoft.com/office/officeart/2018/2/layout/IconLabelList"/>
    <dgm:cxn modelId="{10142CFC-C285-4A8B-9BD7-29871A2FBABC}" type="presParOf" srcId="{84CB8B6E-0CC7-4958-AFAC-B55FA2C9ED90}" destId="{F0F8DDA3-2564-4F08-BBA3-334126C3223B}" srcOrd="1" destOrd="0" presId="urn:microsoft.com/office/officeart/2018/2/layout/IconLabelList"/>
    <dgm:cxn modelId="{7778F8E2-99AE-4DAD-9175-6F7B51D45C28}" type="presParOf" srcId="{84CB8B6E-0CC7-4958-AFAC-B55FA2C9ED90}" destId="{B5122434-72FC-4E84-8216-E0BE997365BE}" srcOrd="2" destOrd="0" presId="urn:microsoft.com/office/officeart/2018/2/layout/IconLabelList"/>
    <dgm:cxn modelId="{404C6457-C073-491F-BB8E-1003E5028E64}" type="presParOf" srcId="{F5D3DBBB-DE41-4794-9296-CCE42756835A}" destId="{170A2A14-A3D2-4CC8-9D51-5E54278905E0}" srcOrd="3" destOrd="0" presId="urn:microsoft.com/office/officeart/2018/2/layout/IconLabelList"/>
    <dgm:cxn modelId="{21959C02-2488-4A9B-82A6-1B9B07607D7A}" type="presParOf" srcId="{F5D3DBBB-DE41-4794-9296-CCE42756835A}" destId="{DA8BFB3F-223B-4490-BE7C-2B3428D090FF}" srcOrd="4" destOrd="0" presId="urn:microsoft.com/office/officeart/2018/2/layout/IconLabelList"/>
    <dgm:cxn modelId="{A527271A-77B4-4F20-BF7F-06E261E4F7DF}" type="presParOf" srcId="{DA8BFB3F-223B-4490-BE7C-2B3428D090FF}" destId="{4A00D3C1-FA90-4265-9CDB-F9CA73BB716B}" srcOrd="0" destOrd="0" presId="urn:microsoft.com/office/officeart/2018/2/layout/IconLabelList"/>
    <dgm:cxn modelId="{7C8ECA3A-E0BD-49C8-A53E-48D46CB5ECDA}" type="presParOf" srcId="{DA8BFB3F-223B-4490-BE7C-2B3428D090FF}" destId="{C40CAF67-8515-451D-A618-A2197130016D}" srcOrd="1" destOrd="0" presId="urn:microsoft.com/office/officeart/2018/2/layout/IconLabelList"/>
    <dgm:cxn modelId="{5CFFCEA5-DB5B-49DF-A06D-AEBED1978608}" type="presParOf" srcId="{DA8BFB3F-223B-4490-BE7C-2B3428D090FF}" destId="{68243001-94BF-4803-8DF8-DE0826CB20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7994D-67D7-438B-993E-B96D27B38E42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8F3AF-AF5D-44FE-A5EC-DC585DE7B780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729C4-E461-43E5-A955-EA8C1C89719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Angular (Frontend)</a:t>
          </a:r>
        </a:p>
      </dsp:txBody>
      <dsp:txXfrm>
        <a:off x="518589" y="1265836"/>
        <a:ext cx="1582031" cy="632812"/>
      </dsp:txXfrm>
    </dsp:sp>
    <dsp:sp modelId="{0A216266-480B-4243-8F5B-129FB62E9E70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1EA2D-687E-43D8-BD0B-BC8EC8ECF878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9CE0D-D1E6-4857-925C-7410C67CB08E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Spring Boot (Backend)</a:t>
          </a:r>
        </a:p>
      </dsp:txBody>
      <dsp:txXfrm>
        <a:off x="2377476" y="1265836"/>
        <a:ext cx="1582031" cy="632812"/>
      </dsp:txXfrm>
    </dsp:sp>
    <dsp:sp modelId="{6F39ECCD-2FB0-49CE-8781-D23AD505FD3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19765-9E1C-46DC-8349-0D5F6A213863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77123-89C3-4FB9-B8A8-BBEEA4470889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MySQL (Database)</a:t>
          </a:r>
        </a:p>
      </dsp:txBody>
      <dsp:txXfrm>
        <a:off x="4236363" y="1265836"/>
        <a:ext cx="1582031" cy="632812"/>
      </dsp:txXfrm>
    </dsp:sp>
    <dsp:sp modelId="{CC087B86-E3DB-4BB3-B418-6D3BDFC8E4F0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A9A60-573C-4C6C-B2DF-CFA49846ED5F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1D4BE-3E94-491B-BF7F-38BB5CD2A278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Bootstrap (UI Design)</a:t>
          </a:r>
        </a:p>
      </dsp:txBody>
      <dsp:txXfrm>
        <a:off x="6095249" y="1265836"/>
        <a:ext cx="1582031" cy="632812"/>
      </dsp:txXfrm>
    </dsp:sp>
    <dsp:sp modelId="{0BB9BAFF-9902-4352-8A9C-BCC361DB767B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A6217-B230-4D4E-8B4F-600029DDBAE0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EC3DA-7922-4C39-825A-EAB601ECDE61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Docker &amp; Nginx (Deployment)</a:t>
          </a:r>
        </a:p>
      </dsp:txBody>
      <dsp:txXfrm>
        <a:off x="2377476" y="3559781"/>
        <a:ext cx="1582031" cy="632812"/>
      </dsp:txXfrm>
    </dsp:sp>
    <dsp:sp modelId="{6C695F14-FB3B-4DC3-BF2F-F82100576A66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3A616-C178-42A0-9223-A8FBE47CF69D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61626-5F8F-4FFE-87EE-744FCEA44E6E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OVH VPS + Ionos Domain</a:t>
          </a:r>
        </a:p>
      </dsp:txBody>
      <dsp:txXfrm>
        <a:off x="4236363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9593D-9E21-4AA3-9EE5-E95F29378F69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5FBB3-BB43-41F7-ACAE-87BC5C80B76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4D03-0864-4D7A-A68C-0C01BB87022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Platform for companies and users.</a:t>
          </a:r>
        </a:p>
      </dsp:txBody>
      <dsp:txXfrm>
        <a:off x="46529" y="2703902"/>
        <a:ext cx="2418750" cy="720000"/>
      </dsp:txXfrm>
    </dsp:sp>
    <dsp:sp modelId="{2E1DE20F-A469-44D8-83F7-89AB6196E08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BB99B-9725-40CD-9844-92CE2E268DA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B9E05-C6AB-4995-9B38-5223C451FC88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Publish, search, and manage job offers.</a:t>
          </a:r>
        </a:p>
      </dsp:txBody>
      <dsp:txXfrm>
        <a:off x="2888560" y="2703902"/>
        <a:ext cx="2418750" cy="720000"/>
      </dsp:txXfrm>
    </dsp:sp>
    <dsp:sp modelId="{D9E3E393-6495-44FB-960C-4019580F6C71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5BE08-B923-4D3F-BF4A-2745ACCA5EC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D73E5-A56E-456B-B81F-16E2059C558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Admin panel for full management.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39F0D-BCBF-4CEE-9FB1-5C48E80966CB}">
      <dsp:nvSpPr>
        <dsp:cNvPr id="0" name=""/>
        <dsp:cNvSpPr/>
      </dsp:nvSpPr>
      <dsp:spPr>
        <a:xfrm>
          <a:off x="0" y="15870"/>
          <a:ext cx="517538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Post and manage job offers.</a:t>
          </a:r>
        </a:p>
      </dsp:txBody>
      <dsp:txXfrm>
        <a:off x="85444" y="101314"/>
        <a:ext cx="5004496" cy="1579432"/>
      </dsp:txXfrm>
    </dsp:sp>
    <dsp:sp modelId="{2C6A5B7E-7BEE-4807-BF3C-65744FC8FCAD}">
      <dsp:nvSpPr>
        <dsp:cNvPr id="0" name=""/>
        <dsp:cNvSpPr/>
      </dsp:nvSpPr>
      <dsp:spPr>
        <a:xfrm>
          <a:off x="0" y="1892910"/>
          <a:ext cx="5175384" cy="17503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Review and respond to applications.</a:t>
          </a:r>
        </a:p>
      </dsp:txBody>
      <dsp:txXfrm>
        <a:off x="85444" y="1978354"/>
        <a:ext cx="5004496" cy="1579432"/>
      </dsp:txXfrm>
    </dsp:sp>
    <dsp:sp modelId="{25CC2323-5067-48D6-8454-429EFD8F0462}">
      <dsp:nvSpPr>
        <dsp:cNvPr id="0" name=""/>
        <dsp:cNvSpPr/>
      </dsp:nvSpPr>
      <dsp:spPr>
        <a:xfrm>
          <a:off x="0" y="3769950"/>
          <a:ext cx="5175384" cy="17503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Update company information.</a:t>
          </a:r>
        </a:p>
      </dsp:txBody>
      <dsp:txXfrm>
        <a:off x="85444" y="3855394"/>
        <a:ext cx="5004496" cy="1579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75354-6787-43BB-99C4-C4306ACE590B}">
      <dsp:nvSpPr>
        <dsp:cNvPr id="0" name=""/>
        <dsp:cNvSpPr/>
      </dsp:nvSpPr>
      <dsp:spPr>
        <a:xfrm rot="5400000">
          <a:off x="3496466" y="107503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 companies and categories.</a:t>
          </a:r>
        </a:p>
      </dsp:txBody>
      <dsp:txXfrm rot="-5400000">
        <a:off x="3819586" y="253833"/>
        <a:ext cx="964731" cy="1108885"/>
      </dsp:txXfrm>
    </dsp:sp>
    <dsp:sp modelId="{2F1F09B5-ABA9-4A21-94AC-A7190378AE7C}">
      <dsp:nvSpPr>
        <dsp:cNvPr id="0" name=""/>
        <dsp:cNvSpPr/>
      </dsp:nvSpPr>
      <dsp:spPr>
        <a:xfrm>
          <a:off x="5045254" y="324985"/>
          <a:ext cx="1797844" cy="966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5AF31-DEF8-4480-BCC5-55E366286A81}">
      <dsp:nvSpPr>
        <dsp:cNvPr id="0" name=""/>
        <dsp:cNvSpPr/>
      </dsp:nvSpPr>
      <dsp:spPr>
        <a:xfrm rot="5400000">
          <a:off x="1982797" y="107503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305917" y="253833"/>
        <a:ext cx="964731" cy="1108885"/>
      </dsp:txXfrm>
    </dsp:sp>
    <dsp:sp modelId="{5CD9922F-690F-4615-9319-05C4E10719FF}">
      <dsp:nvSpPr>
        <dsp:cNvPr id="0" name=""/>
        <dsp:cNvSpPr/>
      </dsp:nvSpPr>
      <dsp:spPr>
        <a:xfrm rot="5400000">
          <a:off x="2736732" y="1474896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new admin users.</a:t>
          </a:r>
        </a:p>
      </dsp:txBody>
      <dsp:txXfrm rot="-5400000">
        <a:off x="3059852" y="1621226"/>
        <a:ext cx="964731" cy="1108885"/>
      </dsp:txXfrm>
    </dsp:sp>
    <dsp:sp modelId="{0AD59E59-E894-404F-BF47-F98D14ED80FA}">
      <dsp:nvSpPr>
        <dsp:cNvPr id="0" name=""/>
        <dsp:cNvSpPr/>
      </dsp:nvSpPr>
      <dsp:spPr>
        <a:xfrm>
          <a:off x="1043601" y="1692377"/>
          <a:ext cx="1739849" cy="966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D25DE5-9A1B-45E8-86F7-8D1D5B7EDF68}">
      <dsp:nvSpPr>
        <dsp:cNvPr id="0" name=""/>
        <dsp:cNvSpPr/>
      </dsp:nvSpPr>
      <dsp:spPr>
        <a:xfrm rot="5400000">
          <a:off x="4250401" y="1474896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573521" y="1621226"/>
        <a:ext cx="964731" cy="1108885"/>
      </dsp:txXfrm>
    </dsp:sp>
    <dsp:sp modelId="{B244E35D-0858-4A36-8B6B-9CFAA4F2C943}">
      <dsp:nvSpPr>
        <dsp:cNvPr id="0" name=""/>
        <dsp:cNvSpPr/>
      </dsp:nvSpPr>
      <dsp:spPr>
        <a:xfrm rot="5400000">
          <a:off x="3496466" y="2842288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Deactivate inappropriate users.</a:t>
          </a:r>
        </a:p>
      </dsp:txBody>
      <dsp:txXfrm rot="-5400000">
        <a:off x="3819586" y="2988618"/>
        <a:ext cx="964731" cy="1108885"/>
      </dsp:txXfrm>
    </dsp:sp>
    <dsp:sp modelId="{07A02D15-4334-4CA6-B48E-00A34430C42F}">
      <dsp:nvSpPr>
        <dsp:cNvPr id="0" name=""/>
        <dsp:cNvSpPr/>
      </dsp:nvSpPr>
      <dsp:spPr>
        <a:xfrm>
          <a:off x="5045254" y="3059770"/>
          <a:ext cx="1797844" cy="966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0E364-C46D-409A-A987-E15A37DAF1B3}">
      <dsp:nvSpPr>
        <dsp:cNvPr id="0" name=""/>
        <dsp:cNvSpPr/>
      </dsp:nvSpPr>
      <dsp:spPr>
        <a:xfrm rot="5400000">
          <a:off x="1982797" y="2842288"/>
          <a:ext cx="1610971" cy="140154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305917" y="2988618"/>
        <a:ext cx="964731" cy="1108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A2E22-CEDB-484B-BBFC-E854784E4BF1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CB1E6-C842-47CA-8A13-DAAF91DC9B7A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78543-CA60-491E-92F6-C4C184D9AB06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Register and search jobs.</a:t>
          </a:r>
        </a:p>
      </dsp:txBody>
      <dsp:txXfrm>
        <a:off x="80381" y="2738169"/>
        <a:ext cx="2306250" cy="720000"/>
      </dsp:txXfrm>
    </dsp:sp>
    <dsp:sp modelId="{B507137D-E160-4F4F-8134-FB5AB0F968D0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F8E97-BB9E-44C9-AF93-D14DBF01EC6E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8B1D7-1F07-4800-824E-BF02336355BC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Apply to offers with resume.</a:t>
          </a:r>
        </a:p>
      </dsp:txBody>
      <dsp:txXfrm>
        <a:off x="2790224" y="2738169"/>
        <a:ext cx="2306250" cy="720000"/>
      </dsp:txXfrm>
    </dsp:sp>
    <dsp:sp modelId="{5F2FCB52-1B36-4023-8CF1-E0E16301F217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0D856-8E7E-4758-8129-46A164A1EBB2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66650-9F7A-4925-A221-510EB01C2CB1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Track application status.</a:t>
          </a:r>
        </a:p>
      </dsp:txBody>
      <dsp:txXfrm>
        <a:off x="5500068" y="2738169"/>
        <a:ext cx="23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D9FEE-3FCD-4FF5-9DB1-1FD48DE82634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52E8E-B677-4B86-BA0F-C7F7194836A4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Complete solution for online job management.</a:t>
          </a:r>
        </a:p>
      </dsp:txBody>
      <dsp:txXfrm>
        <a:off x="291148" y="2456435"/>
        <a:ext cx="2180418" cy="720000"/>
      </dsp:txXfrm>
    </dsp:sp>
    <dsp:sp modelId="{124FC8FE-ABF4-433F-A3E6-3ECB7AC902CD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22434-72FC-4E84-8216-E0BE997365BE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Easy and secure deployment with Docker and Nginx.</a:t>
          </a:r>
        </a:p>
      </dsp:txBody>
      <dsp:txXfrm>
        <a:off x="2853140" y="2456435"/>
        <a:ext cx="2180418" cy="720000"/>
      </dsp:txXfrm>
    </dsp:sp>
    <dsp:sp modelId="{4A00D3C1-FA90-4265-9CDB-F9CA73BB716B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43001-94BF-4803-8DF8-DE0826CB20B3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Thank you!</a:t>
          </a:r>
        </a:p>
      </dsp:txBody>
      <dsp:txXfrm>
        <a:off x="5415132" y="2456435"/>
        <a:ext cx="21804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s-ES" sz="4700" dirty="0"/>
              <a:t>Job </a:t>
            </a:r>
            <a:r>
              <a:rPr lang="es-ES" sz="4700" dirty="0" err="1"/>
              <a:t>Search</a:t>
            </a:r>
            <a:r>
              <a:rPr lang="es-ES" sz="4700" dirty="0"/>
              <a:t> Web </a:t>
            </a:r>
            <a:r>
              <a:rPr lang="es-ES" sz="4700" dirty="0" err="1"/>
              <a:t>Platform</a:t>
            </a:r>
            <a:endParaRPr lang="es-E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dirty="0"/>
              <a:t>Developed by </a:t>
            </a:r>
            <a:r>
              <a:rPr lang="es-ES" dirty="0"/>
              <a:t>Victor Hugo Ponce</a:t>
            </a:r>
            <a:endParaRPr lang="es-ES"/>
          </a:p>
        </p:txBody>
      </p:sp>
      <p:pic>
        <p:nvPicPr>
          <p:cNvPr id="5" name="Picture 4" descr="Persona escribiendo en un bloc de notas">
            <a:extLst>
              <a:ext uri="{FF2B5EF4-FFF2-40B4-BE49-F238E27FC236}">
                <a16:creationId xmlns:a16="http://schemas.microsoft.com/office/drawing/2014/main" id="{9F01755A-EC5C-57CC-7789-22F27F3C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0" r="26125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D1FA7B-3E7B-D1FA-5104-8A1401517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9713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591382-DF8D-FCBD-453F-39156BA31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2474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000"/>
              <a:t>Features for Companies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726C2-6431-833C-66DE-576C92C55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3932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0CE60D-9463-2684-8429-DED323297A2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5853" r="9148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Features for Administrators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EE02B2-0234-CB2F-548D-E074C55C86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37127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A3691-F440-1E5B-B4E0-A6065F6BD4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5143" r="11857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Features for Users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EEE693-61D2-F7A8-ED96-2865D567AB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28047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1A340-FA34-376D-3FC6-1EAD3088CA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049" b="1994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5BCCF6-3C78-B519-E223-474446F3A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74746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4489</TotalTime>
  <Words>137</Words>
  <Application>Microsoft Office PowerPoint</Application>
  <PresentationFormat>Presentación en pantalla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Job Search Web Platform</vt:lpstr>
      <vt:lpstr>Technologies Used</vt:lpstr>
      <vt:lpstr>Project Overview</vt:lpstr>
      <vt:lpstr>Features for Companies</vt:lpstr>
      <vt:lpstr>Features for Administrators</vt:lpstr>
      <vt:lpstr>Features for Users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victorh.ponce531</cp:lastModifiedBy>
  <cp:revision>2</cp:revision>
  <dcterms:created xsi:type="dcterms:W3CDTF">2013-01-27T09:14:16Z</dcterms:created>
  <dcterms:modified xsi:type="dcterms:W3CDTF">2025-04-30T17:28:30Z</dcterms:modified>
  <cp:category/>
</cp:coreProperties>
</file>